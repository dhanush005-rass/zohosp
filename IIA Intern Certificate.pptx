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2C5E0-8A94-484A-9D52-0EC74E4E88F1}" v="1" dt="2025-07-13T20:22:18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7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ush kumar" userId="d6ebe682df280fac" providerId="LiveId" clId="{B452C5E0-8A94-484A-9D52-0EC74E4E88F1}"/>
    <pc:docChg chg="undo custSel modSld">
      <pc:chgData name="Dhanush kumar" userId="d6ebe682df280fac" providerId="LiveId" clId="{B452C5E0-8A94-484A-9D52-0EC74E4E88F1}" dt="2025-07-13T20:23:51.313" v="15" actId="1035"/>
      <pc:docMkLst>
        <pc:docMk/>
      </pc:docMkLst>
      <pc:sldChg chg="addSp modSp mod">
        <pc:chgData name="Dhanush kumar" userId="d6ebe682df280fac" providerId="LiveId" clId="{B452C5E0-8A94-484A-9D52-0EC74E4E88F1}" dt="2025-07-13T20:23:51.313" v="15" actId="1035"/>
        <pc:sldMkLst>
          <pc:docMk/>
          <pc:sldMk cId="1604108843" sldId="256"/>
        </pc:sldMkLst>
        <pc:spChg chg="add mod ord">
          <ac:chgData name="Dhanush kumar" userId="d6ebe682df280fac" providerId="LiveId" clId="{B452C5E0-8A94-484A-9D52-0EC74E4E88F1}" dt="2025-07-13T20:23:32.890" v="13" actId="167"/>
          <ac:spMkLst>
            <pc:docMk/>
            <pc:sldMk cId="1604108843" sldId="256"/>
            <ac:spMk id="18" creationId="{B4031B71-81B6-1C82-C5E3-DE57547ADCB7}"/>
          </ac:spMkLst>
        </pc:spChg>
        <pc:spChg chg="add mod ord">
          <ac:chgData name="Dhanush kumar" userId="d6ebe682df280fac" providerId="LiveId" clId="{B452C5E0-8A94-484A-9D52-0EC74E4E88F1}" dt="2025-07-13T20:23:51.313" v="15" actId="1035"/>
          <ac:spMkLst>
            <pc:docMk/>
            <pc:sldMk cId="1604108843" sldId="256"/>
            <ac:spMk id="19" creationId="{0719CF3F-DA87-F6DD-C674-FE7AB558AA5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936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77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68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18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4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13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65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74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36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85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15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BE9A-E014-4FFA-B589-D94F7BCCAFE8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EEBAF-1238-4AA4-9263-417F55F79C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4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4031B71-81B6-1C82-C5E3-DE57547ADCB7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19CF3F-DA87-F6DD-C674-FE7AB558AA55}"/>
              </a:ext>
            </a:extLst>
          </p:cNvPr>
          <p:cNvSpPr/>
          <p:nvPr/>
        </p:nvSpPr>
        <p:spPr>
          <a:xfrm>
            <a:off x="162403" y="198120"/>
            <a:ext cx="6527957" cy="9532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7A405E-D453-AC9F-BF7A-969B035DB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428" y="5496997"/>
            <a:ext cx="2015490" cy="22377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35C824-D7A3-29F2-C6A1-05A2AE32F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9" y="509590"/>
            <a:ext cx="1100136" cy="1100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A4B30B-9B52-41F1-2DDE-00DD41FD7833}"/>
              </a:ext>
            </a:extLst>
          </p:cNvPr>
          <p:cNvSpPr txBox="1"/>
          <p:nvPr/>
        </p:nvSpPr>
        <p:spPr>
          <a:xfrm>
            <a:off x="1199199" y="551826"/>
            <a:ext cx="51577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b="1" dirty="0"/>
              <a:t>Dr. M. </a:t>
            </a:r>
            <a:r>
              <a:rPr lang="en-IN" sz="1200" b="1" dirty="0" err="1"/>
              <a:t>Chrisphin</a:t>
            </a:r>
            <a:r>
              <a:rPr lang="en-IN" sz="1200" b="1" dirty="0"/>
              <a:t> Karthick</a:t>
            </a:r>
          </a:p>
          <a:p>
            <a:pPr algn="r"/>
            <a:r>
              <a:rPr lang="en-US" sz="1200" dirty="0"/>
              <a:t>Scientist " C ", Indian Institute of Astrophysics (IIA)</a:t>
            </a:r>
          </a:p>
          <a:p>
            <a:pPr algn="r"/>
            <a:r>
              <a:rPr lang="en-IN" sz="1200" dirty="0"/>
              <a:t>Outreach In-Charge, Kodaikanal Observatory</a:t>
            </a:r>
          </a:p>
          <a:p>
            <a:pPr algn="r"/>
            <a:r>
              <a:rPr lang="en-IN" sz="1200" dirty="0"/>
              <a:t>Bengaluru 560 034, INDIA</a:t>
            </a:r>
          </a:p>
          <a:p>
            <a:pPr algn="r"/>
            <a:r>
              <a:rPr lang="en-IN" sz="1200" dirty="0"/>
              <a:t>E-mail: chrisphin.karthick@iiap.res.in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84DDFA-A892-38BB-5A67-95ED3F4921FC}"/>
              </a:ext>
            </a:extLst>
          </p:cNvPr>
          <p:cNvSpPr/>
          <p:nvPr/>
        </p:nvSpPr>
        <p:spPr>
          <a:xfrm>
            <a:off x="350282" y="1793240"/>
            <a:ext cx="6157436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A49DC-9A91-52B6-D069-435747DFDB59}"/>
              </a:ext>
            </a:extLst>
          </p:cNvPr>
          <p:cNvSpPr txBox="1"/>
          <p:nvPr/>
        </p:nvSpPr>
        <p:spPr>
          <a:xfrm>
            <a:off x="4399280" y="1991360"/>
            <a:ext cx="1960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dirty="0"/>
              <a:t>Date: 14.07.2025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40F4E-45D6-A040-D6DE-9CE5AB43FB70}"/>
              </a:ext>
            </a:extLst>
          </p:cNvPr>
          <p:cNvSpPr txBox="1"/>
          <p:nvPr/>
        </p:nvSpPr>
        <p:spPr>
          <a:xfrm>
            <a:off x="2401413" y="2478870"/>
            <a:ext cx="2753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/>
              <a:t>INTERNSHIP CERTIFICATE</a:t>
            </a:r>
            <a:endParaRPr lang="en-IN" sz="1600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1A96B9-4AFE-30B9-91F2-122A966080FF}"/>
              </a:ext>
            </a:extLst>
          </p:cNvPr>
          <p:cNvSpPr txBox="1"/>
          <p:nvPr/>
        </p:nvSpPr>
        <p:spPr>
          <a:xfrm>
            <a:off x="470694" y="2936240"/>
            <a:ext cx="6001388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             This is to certify that G. Dhanush Kumar, Reg. No: 9517202202022, IV B.E Electrical and Electronics Engineering, </a:t>
            </a:r>
            <a:r>
              <a:rPr lang="en-US" sz="1200" dirty="0" err="1"/>
              <a:t>Mepco</a:t>
            </a:r>
            <a:r>
              <a:rPr lang="en-US" sz="1200" dirty="0"/>
              <a:t> Schlenk Engineering College, Sivakasi has satisfactorily fulfilled the requirements of his internship from 09/06/2025 to 14/06/2025. He has done his internship titled “ A Study on Radio Astronomy and its Applications ” under my supervision. The intern’s attendance and conduct are good throughout the internship.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39CEDC-3A29-AFCE-DBE5-0AEBAAB80206}"/>
              </a:ext>
            </a:extLst>
          </p:cNvPr>
          <p:cNvSpPr txBox="1"/>
          <p:nvPr/>
        </p:nvSpPr>
        <p:spPr>
          <a:xfrm>
            <a:off x="4625340" y="5143500"/>
            <a:ext cx="148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/>
              <a:t>Yours Sincerely,</a:t>
            </a:r>
          </a:p>
        </p:txBody>
      </p:sp>
    </p:spTree>
    <p:extLst>
      <p:ext uri="{BB962C8B-B14F-4D97-AF65-F5344CB8AC3E}">
        <p14:creationId xmlns:p14="http://schemas.microsoft.com/office/powerpoint/2010/main" val="160410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</TotalTime>
  <Words>122</Words>
  <Application>Microsoft Office PowerPoint</Application>
  <PresentationFormat>A4 Paper (210x297 mm)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kumar</dc:creator>
  <cp:lastModifiedBy>Dhanush kumar</cp:lastModifiedBy>
  <cp:revision>1</cp:revision>
  <dcterms:created xsi:type="dcterms:W3CDTF">2025-07-13T20:01:08Z</dcterms:created>
  <dcterms:modified xsi:type="dcterms:W3CDTF">2025-07-13T20:24:00Z</dcterms:modified>
</cp:coreProperties>
</file>