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59" r:id="rId5"/>
    <p:sldId id="257" r:id="rId6"/>
    <p:sldId id="258" r:id="rId7"/>
    <p:sldId id="263" r:id="rId8"/>
    <p:sldId id="260" r:id="rId9"/>
    <p:sldId id="261" r:id="rId10"/>
    <p:sldId id="262"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B43F0F-19EF-4084-8997-8BBD34E9CB99}" v="158" dt="2025-06-26T14:12:24.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kumar" userId="d6ebe682df280fac" providerId="LiveId" clId="{DDB43F0F-19EF-4084-8997-8BBD34E9CB99}"/>
    <pc:docChg chg="undo custSel addSld delSld modSld sldOrd">
      <pc:chgData name="Dhanush kumar" userId="d6ebe682df280fac" providerId="LiveId" clId="{DDB43F0F-19EF-4084-8997-8BBD34E9CB99}" dt="2025-06-26T14:13:32.714" v="529" actId="1035"/>
      <pc:docMkLst>
        <pc:docMk/>
      </pc:docMkLst>
      <pc:sldChg chg="addSp delSp modSp mod ord">
        <pc:chgData name="Dhanush kumar" userId="d6ebe682df280fac" providerId="LiveId" clId="{DDB43F0F-19EF-4084-8997-8BBD34E9CB99}" dt="2025-06-24T06:44:34.423" v="67" actId="1076"/>
        <pc:sldMkLst>
          <pc:docMk/>
          <pc:sldMk cId="2596748462" sldId="256"/>
        </pc:sldMkLst>
        <pc:spChg chg="mod">
          <ac:chgData name="Dhanush kumar" userId="d6ebe682df280fac" providerId="LiveId" clId="{DDB43F0F-19EF-4084-8997-8BBD34E9CB99}" dt="2025-06-24T06:42:45.083" v="60" actId="113"/>
          <ac:spMkLst>
            <pc:docMk/>
            <pc:sldMk cId="2596748462" sldId="256"/>
            <ac:spMk id="4" creationId="{87ADF8E1-3855-FDCA-4961-CD33E52E54E9}"/>
          </ac:spMkLst>
        </pc:spChg>
        <pc:spChg chg="mod">
          <ac:chgData name="Dhanush kumar" userId="d6ebe682df280fac" providerId="LiveId" clId="{DDB43F0F-19EF-4084-8997-8BBD34E9CB99}" dt="2025-06-24T06:42:56.584" v="62" actId="20577"/>
          <ac:spMkLst>
            <pc:docMk/>
            <pc:sldMk cId="2596748462" sldId="256"/>
            <ac:spMk id="5" creationId="{C38E8E78-3205-50F7-6E24-C3A5C04A2402}"/>
          </ac:spMkLst>
        </pc:spChg>
        <pc:picChg chg="add mod">
          <ac:chgData name="Dhanush kumar" userId="d6ebe682df280fac" providerId="LiveId" clId="{DDB43F0F-19EF-4084-8997-8BBD34E9CB99}" dt="2025-06-24T06:44:34.423" v="67" actId="1076"/>
          <ac:picMkLst>
            <pc:docMk/>
            <pc:sldMk cId="2596748462" sldId="256"/>
            <ac:picMk id="1030" creationId="{8F175E2B-0672-7A26-DD25-280E1C85E04A}"/>
          </ac:picMkLst>
        </pc:picChg>
      </pc:sldChg>
      <pc:sldChg chg="modSp mod">
        <pc:chgData name="Dhanush kumar" userId="d6ebe682df280fac" providerId="LiveId" clId="{DDB43F0F-19EF-4084-8997-8BBD34E9CB99}" dt="2025-06-24T06:38:23.702" v="24" actId="113"/>
        <pc:sldMkLst>
          <pc:docMk/>
          <pc:sldMk cId="2848165614" sldId="257"/>
        </pc:sldMkLst>
        <pc:spChg chg="mod">
          <ac:chgData name="Dhanush kumar" userId="d6ebe682df280fac" providerId="LiveId" clId="{DDB43F0F-19EF-4084-8997-8BBD34E9CB99}" dt="2025-06-24T06:38:23.702" v="24" actId="113"/>
          <ac:spMkLst>
            <pc:docMk/>
            <pc:sldMk cId="2848165614" sldId="257"/>
            <ac:spMk id="4" creationId="{FCEF8184-D8BF-856C-4161-361728810174}"/>
          </ac:spMkLst>
        </pc:spChg>
      </pc:sldChg>
      <pc:sldChg chg="addSp delSp modSp add mod">
        <pc:chgData name="Dhanush kumar" userId="d6ebe682df280fac" providerId="LiveId" clId="{DDB43F0F-19EF-4084-8997-8BBD34E9CB99}" dt="2025-06-24T06:41:50.564" v="52" actId="1038"/>
        <pc:sldMkLst>
          <pc:docMk/>
          <pc:sldMk cId="2965578393" sldId="258"/>
        </pc:sldMkLst>
        <pc:spChg chg="mod">
          <ac:chgData name="Dhanush kumar" userId="d6ebe682df280fac" providerId="LiveId" clId="{DDB43F0F-19EF-4084-8997-8BBD34E9CB99}" dt="2025-06-24T06:38:14.900" v="22" actId="113"/>
          <ac:spMkLst>
            <pc:docMk/>
            <pc:sldMk cId="2965578393" sldId="258"/>
            <ac:spMk id="4" creationId="{50EA4596-AAFB-39C7-9232-846F960602D4}"/>
          </ac:spMkLst>
        </pc:spChg>
        <pc:spChg chg="mod">
          <ac:chgData name="Dhanush kumar" userId="d6ebe682df280fac" providerId="LiveId" clId="{DDB43F0F-19EF-4084-8997-8BBD34E9CB99}" dt="2025-06-24T06:37:09.995" v="5" actId="20577"/>
          <ac:spMkLst>
            <pc:docMk/>
            <pc:sldMk cId="2965578393" sldId="258"/>
            <ac:spMk id="5" creationId="{597F86D1-9267-9718-FD7E-4525866C0DB5}"/>
          </ac:spMkLst>
        </pc:spChg>
        <pc:picChg chg="add mod">
          <ac:chgData name="Dhanush kumar" userId="d6ebe682df280fac" providerId="LiveId" clId="{DDB43F0F-19EF-4084-8997-8BBD34E9CB99}" dt="2025-06-24T06:40:46.312" v="34" actId="14100"/>
          <ac:picMkLst>
            <pc:docMk/>
            <pc:sldMk cId="2965578393" sldId="258"/>
            <ac:picMk id="3" creationId="{14547079-4469-30FE-84BE-E3675F1C57BF}"/>
          </ac:picMkLst>
        </pc:picChg>
        <pc:picChg chg="add mod modCrop">
          <ac:chgData name="Dhanush kumar" userId="d6ebe682df280fac" providerId="LiveId" clId="{DDB43F0F-19EF-4084-8997-8BBD34E9CB99}" dt="2025-06-24T06:41:50.564" v="52" actId="1038"/>
          <ac:picMkLst>
            <pc:docMk/>
            <pc:sldMk cId="2965578393" sldId="258"/>
            <ac:picMk id="7" creationId="{1661FA2A-447C-AC9F-8190-61AF68BC6D37}"/>
          </ac:picMkLst>
        </pc:picChg>
      </pc:sldChg>
      <pc:sldChg chg="modSp add mod">
        <pc:chgData name="Dhanush kumar" userId="d6ebe682df280fac" providerId="LiveId" clId="{DDB43F0F-19EF-4084-8997-8BBD34E9CB99}" dt="2025-06-26T13:51:04.343" v="285"/>
        <pc:sldMkLst>
          <pc:docMk/>
          <pc:sldMk cId="1078275994" sldId="259"/>
        </pc:sldMkLst>
        <pc:spChg chg="mod">
          <ac:chgData name="Dhanush kumar" userId="d6ebe682df280fac" providerId="LiveId" clId="{DDB43F0F-19EF-4084-8997-8BBD34E9CB99}" dt="2025-06-26T13:51:04.343" v="285"/>
          <ac:spMkLst>
            <pc:docMk/>
            <pc:sldMk cId="1078275994" sldId="259"/>
            <ac:spMk id="4" creationId="{D366B1BA-0B77-3344-6438-85A2086CC20A}"/>
          </ac:spMkLst>
        </pc:spChg>
      </pc:sldChg>
      <pc:sldChg chg="addSp delSp modSp add mod">
        <pc:chgData name="Dhanush kumar" userId="d6ebe682df280fac" providerId="LiveId" clId="{DDB43F0F-19EF-4084-8997-8BBD34E9CB99}" dt="2025-06-24T06:47:13.988" v="83" actId="1076"/>
        <pc:sldMkLst>
          <pc:docMk/>
          <pc:sldMk cId="352013407" sldId="260"/>
        </pc:sldMkLst>
        <pc:spChg chg="mod">
          <ac:chgData name="Dhanush kumar" userId="d6ebe682df280fac" providerId="LiveId" clId="{DDB43F0F-19EF-4084-8997-8BBD34E9CB99}" dt="2025-06-24T06:45:57.925" v="76" actId="113"/>
          <ac:spMkLst>
            <pc:docMk/>
            <pc:sldMk cId="352013407" sldId="260"/>
            <ac:spMk id="4" creationId="{1619C420-158F-541E-972C-49CBA977987A}"/>
          </ac:spMkLst>
        </pc:spChg>
        <pc:spChg chg="mod">
          <ac:chgData name="Dhanush kumar" userId="d6ebe682df280fac" providerId="LiveId" clId="{DDB43F0F-19EF-4084-8997-8BBD34E9CB99}" dt="2025-06-24T06:45:36.790" v="71" actId="20577"/>
          <ac:spMkLst>
            <pc:docMk/>
            <pc:sldMk cId="352013407" sldId="260"/>
            <ac:spMk id="5" creationId="{E98B0AA6-4511-08EE-6CAD-2CEBED72910E}"/>
          </ac:spMkLst>
        </pc:spChg>
        <pc:picChg chg="add mod">
          <ac:chgData name="Dhanush kumar" userId="d6ebe682df280fac" providerId="LiveId" clId="{DDB43F0F-19EF-4084-8997-8BBD34E9CB99}" dt="2025-06-24T06:47:13.988" v="83" actId="1076"/>
          <ac:picMkLst>
            <pc:docMk/>
            <pc:sldMk cId="352013407" sldId="260"/>
            <ac:picMk id="3074" creationId="{3E2E63B4-1F16-C797-171D-34A8F886DA9D}"/>
          </ac:picMkLst>
        </pc:picChg>
      </pc:sldChg>
      <pc:sldChg chg="addSp delSp modSp add mod">
        <pc:chgData name="Dhanush kumar" userId="d6ebe682df280fac" providerId="LiveId" clId="{DDB43F0F-19EF-4084-8997-8BBD34E9CB99}" dt="2025-06-24T07:03:31.023" v="95" actId="1076"/>
        <pc:sldMkLst>
          <pc:docMk/>
          <pc:sldMk cId="2917256312" sldId="261"/>
        </pc:sldMkLst>
        <pc:spChg chg="mod">
          <ac:chgData name="Dhanush kumar" userId="d6ebe682df280fac" providerId="LiveId" clId="{DDB43F0F-19EF-4084-8997-8BBD34E9CB99}" dt="2025-06-24T06:48:39.517" v="90" actId="113"/>
          <ac:spMkLst>
            <pc:docMk/>
            <pc:sldMk cId="2917256312" sldId="261"/>
            <ac:spMk id="4" creationId="{AF84EE3D-B210-BAB0-D47F-5429FF96E423}"/>
          </ac:spMkLst>
        </pc:spChg>
        <pc:spChg chg="mod">
          <ac:chgData name="Dhanush kumar" userId="d6ebe682df280fac" providerId="LiveId" clId="{DDB43F0F-19EF-4084-8997-8BBD34E9CB99}" dt="2025-06-24T06:48:20.944" v="87" actId="20577"/>
          <ac:spMkLst>
            <pc:docMk/>
            <pc:sldMk cId="2917256312" sldId="261"/>
            <ac:spMk id="5" creationId="{1E2A4166-D9DA-414F-C295-A7D9589EE327}"/>
          </ac:spMkLst>
        </pc:spChg>
        <pc:picChg chg="add mod">
          <ac:chgData name="Dhanush kumar" userId="d6ebe682df280fac" providerId="LiveId" clId="{DDB43F0F-19EF-4084-8997-8BBD34E9CB99}" dt="2025-06-24T07:03:31.023" v="95" actId="1076"/>
          <ac:picMkLst>
            <pc:docMk/>
            <pc:sldMk cId="2917256312" sldId="261"/>
            <ac:picMk id="4098" creationId="{62D60AEC-9F06-BB8A-7E41-EDB261697B0A}"/>
          </ac:picMkLst>
        </pc:picChg>
      </pc:sldChg>
      <pc:sldChg chg="addSp delSp modSp add mod">
        <pc:chgData name="Dhanush kumar" userId="d6ebe682df280fac" providerId="LiveId" clId="{DDB43F0F-19EF-4084-8997-8BBD34E9CB99}" dt="2025-06-26T07:38:39.896" v="177" actId="1038"/>
        <pc:sldMkLst>
          <pc:docMk/>
          <pc:sldMk cId="2808796738" sldId="262"/>
        </pc:sldMkLst>
        <pc:spChg chg="mod">
          <ac:chgData name="Dhanush kumar" userId="d6ebe682df280fac" providerId="LiveId" clId="{DDB43F0F-19EF-4084-8997-8BBD34E9CB99}" dt="2025-06-24T07:10:59.429" v="107" actId="20577"/>
          <ac:spMkLst>
            <pc:docMk/>
            <pc:sldMk cId="2808796738" sldId="262"/>
            <ac:spMk id="4" creationId="{3785C14F-BC76-DB62-4DD5-65B549795A9A}"/>
          </ac:spMkLst>
        </pc:spChg>
        <pc:spChg chg="mod">
          <ac:chgData name="Dhanush kumar" userId="d6ebe682df280fac" providerId="LiveId" clId="{DDB43F0F-19EF-4084-8997-8BBD34E9CB99}" dt="2025-06-24T07:10:31.140" v="101" actId="20577"/>
          <ac:spMkLst>
            <pc:docMk/>
            <pc:sldMk cId="2808796738" sldId="262"/>
            <ac:spMk id="5" creationId="{8148449B-6606-64EC-B988-18E58A339A3F}"/>
          </ac:spMkLst>
        </pc:spChg>
        <pc:picChg chg="add mod">
          <ac:chgData name="Dhanush kumar" userId="d6ebe682df280fac" providerId="LiveId" clId="{DDB43F0F-19EF-4084-8997-8BBD34E9CB99}" dt="2025-06-26T07:38:35.304" v="161" actId="1038"/>
          <ac:picMkLst>
            <pc:docMk/>
            <pc:sldMk cId="2808796738" sldId="262"/>
            <ac:picMk id="1026" creationId="{C2439D0C-A2AF-9917-8907-2C49B7FF2433}"/>
          </ac:picMkLst>
        </pc:picChg>
        <pc:picChg chg="add mod">
          <ac:chgData name="Dhanush kumar" userId="d6ebe682df280fac" providerId="LiveId" clId="{DDB43F0F-19EF-4084-8997-8BBD34E9CB99}" dt="2025-06-26T07:38:39.896" v="177" actId="1038"/>
          <ac:picMkLst>
            <pc:docMk/>
            <pc:sldMk cId="2808796738" sldId="262"/>
            <ac:picMk id="5122" creationId="{C9804CC8-B596-0386-4416-082BCD4F046E}"/>
          </ac:picMkLst>
        </pc:picChg>
      </pc:sldChg>
      <pc:sldChg chg="addSp delSp modSp add mod">
        <pc:chgData name="Dhanush kumar" userId="d6ebe682df280fac" providerId="LiveId" clId="{DDB43F0F-19EF-4084-8997-8BBD34E9CB99}" dt="2025-06-26T13:49:14.481" v="253" actId="1076"/>
        <pc:sldMkLst>
          <pc:docMk/>
          <pc:sldMk cId="2206845173" sldId="263"/>
        </pc:sldMkLst>
        <pc:spChg chg="mod">
          <ac:chgData name="Dhanush kumar" userId="d6ebe682df280fac" providerId="LiveId" clId="{DDB43F0F-19EF-4084-8997-8BBD34E9CB99}" dt="2025-06-26T13:48:59.998" v="249" actId="1076"/>
          <ac:spMkLst>
            <pc:docMk/>
            <pc:sldMk cId="2206845173" sldId="263"/>
            <ac:spMk id="4" creationId="{7925F385-80B0-34E4-E181-21D7B2AD61DE}"/>
          </ac:spMkLst>
        </pc:spChg>
        <pc:spChg chg="mod">
          <ac:chgData name="Dhanush kumar" userId="d6ebe682df280fac" providerId="LiveId" clId="{DDB43F0F-19EF-4084-8997-8BBD34E9CB99}" dt="2025-06-26T13:44:31.503" v="185" actId="113"/>
          <ac:spMkLst>
            <pc:docMk/>
            <pc:sldMk cId="2206845173" sldId="263"/>
            <ac:spMk id="5" creationId="{FE31E6C4-E949-5C56-B349-BECB4B8449CE}"/>
          </ac:spMkLst>
        </pc:spChg>
        <pc:picChg chg="del">
          <ac:chgData name="Dhanush kumar" userId="d6ebe682df280fac" providerId="LiveId" clId="{DDB43F0F-19EF-4084-8997-8BBD34E9CB99}" dt="2025-06-26T13:46:53.357" v="225" actId="478"/>
          <ac:picMkLst>
            <pc:docMk/>
            <pc:sldMk cId="2206845173" sldId="263"/>
            <ac:picMk id="3" creationId="{51EC7176-8080-1B1C-9989-D82822F6A0D9}"/>
          </ac:picMkLst>
        </pc:picChg>
        <pc:picChg chg="del">
          <ac:chgData name="Dhanush kumar" userId="d6ebe682df280fac" providerId="LiveId" clId="{DDB43F0F-19EF-4084-8997-8BBD34E9CB99}" dt="2025-06-26T13:46:55.091" v="226" actId="478"/>
          <ac:picMkLst>
            <pc:docMk/>
            <pc:sldMk cId="2206845173" sldId="263"/>
            <ac:picMk id="7" creationId="{9CB10EBA-B8BC-8F0B-6146-4E92BB18FE20}"/>
          </ac:picMkLst>
        </pc:picChg>
        <pc:picChg chg="add mod">
          <ac:chgData name="Dhanush kumar" userId="d6ebe682df280fac" providerId="LiveId" clId="{DDB43F0F-19EF-4084-8997-8BBD34E9CB99}" dt="2025-06-26T13:48:59.998" v="249" actId="1076"/>
          <ac:picMkLst>
            <pc:docMk/>
            <pc:sldMk cId="2206845173" sldId="263"/>
            <ac:picMk id="1026" creationId="{2E8FF3C5-AC84-4FAB-819B-B6BBBFE11D59}"/>
          </ac:picMkLst>
        </pc:picChg>
        <pc:picChg chg="add mod">
          <ac:chgData name="Dhanush kumar" userId="d6ebe682df280fac" providerId="LiveId" clId="{DDB43F0F-19EF-4084-8997-8BBD34E9CB99}" dt="2025-06-26T13:49:14.481" v="253" actId="1076"/>
          <ac:picMkLst>
            <pc:docMk/>
            <pc:sldMk cId="2206845173" sldId="263"/>
            <ac:picMk id="1028" creationId="{D06EE6C1-0DF0-93A7-6A10-A1C45AE4C79A}"/>
          </ac:picMkLst>
        </pc:picChg>
      </pc:sldChg>
      <pc:sldChg chg="new del">
        <pc:chgData name="Dhanush kumar" userId="d6ebe682df280fac" providerId="LiveId" clId="{DDB43F0F-19EF-4084-8997-8BBD34E9CB99}" dt="2025-06-26T10:25:18.696" v="179" actId="680"/>
        <pc:sldMkLst>
          <pc:docMk/>
          <pc:sldMk cId="3778592406" sldId="263"/>
        </pc:sldMkLst>
      </pc:sldChg>
      <pc:sldChg chg="addSp delSp modSp add mod">
        <pc:chgData name="Dhanush kumar" userId="d6ebe682df280fac" providerId="LiveId" clId="{DDB43F0F-19EF-4084-8997-8BBD34E9CB99}" dt="2025-06-26T14:01:04.515" v="298" actId="113"/>
        <pc:sldMkLst>
          <pc:docMk/>
          <pc:sldMk cId="641321728" sldId="264"/>
        </pc:sldMkLst>
        <pc:spChg chg="mod">
          <ac:chgData name="Dhanush kumar" userId="d6ebe682df280fac" providerId="LiveId" clId="{DDB43F0F-19EF-4084-8997-8BBD34E9CB99}" dt="2025-06-26T14:01:04.515" v="298" actId="113"/>
          <ac:spMkLst>
            <pc:docMk/>
            <pc:sldMk cId="641321728" sldId="264"/>
            <ac:spMk id="4" creationId="{203DFEEA-0454-1CFE-E9C3-0144EB160C2A}"/>
          </ac:spMkLst>
        </pc:spChg>
        <pc:spChg chg="mod">
          <ac:chgData name="Dhanush kumar" userId="d6ebe682df280fac" providerId="LiveId" clId="{DDB43F0F-19EF-4084-8997-8BBD34E9CB99}" dt="2025-06-26T14:00:23.731" v="295" actId="20577"/>
          <ac:spMkLst>
            <pc:docMk/>
            <pc:sldMk cId="641321728" sldId="264"/>
            <ac:spMk id="5" creationId="{76551843-FBE9-420E-7110-05BA1585C678}"/>
          </ac:spMkLst>
        </pc:spChg>
        <pc:picChg chg="del">
          <ac:chgData name="Dhanush kumar" userId="d6ebe682df280fac" providerId="LiveId" clId="{DDB43F0F-19EF-4084-8997-8BBD34E9CB99}" dt="2025-06-26T13:58:42.614" v="287" actId="478"/>
          <ac:picMkLst>
            <pc:docMk/>
            <pc:sldMk cId="641321728" sldId="264"/>
            <ac:picMk id="1030" creationId="{C036F112-F11A-E29E-0670-D6DE1A813C49}"/>
          </ac:picMkLst>
        </pc:picChg>
        <pc:picChg chg="add mod">
          <ac:chgData name="Dhanush kumar" userId="d6ebe682df280fac" providerId="LiveId" clId="{DDB43F0F-19EF-4084-8997-8BBD34E9CB99}" dt="2025-06-26T13:59:05.858" v="292" actId="1076"/>
          <ac:picMkLst>
            <pc:docMk/>
            <pc:sldMk cId="641321728" sldId="264"/>
            <ac:picMk id="2050" creationId="{B5C5E1D7-6EC0-2C7A-0290-B310F86BFDA2}"/>
          </ac:picMkLst>
        </pc:picChg>
      </pc:sldChg>
      <pc:sldChg chg="addSp delSp modSp add mod">
        <pc:chgData name="Dhanush kumar" userId="d6ebe682df280fac" providerId="LiveId" clId="{DDB43F0F-19EF-4084-8997-8BBD34E9CB99}" dt="2025-06-26T14:13:32.714" v="529" actId="1035"/>
        <pc:sldMkLst>
          <pc:docMk/>
          <pc:sldMk cId="2932400608" sldId="265"/>
        </pc:sldMkLst>
        <pc:spChg chg="mod">
          <ac:chgData name="Dhanush kumar" userId="d6ebe682df280fac" providerId="LiveId" clId="{DDB43F0F-19EF-4084-8997-8BBD34E9CB99}" dt="2025-06-26T14:13:32.714" v="529" actId="1035"/>
          <ac:spMkLst>
            <pc:docMk/>
            <pc:sldMk cId="2932400608" sldId="265"/>
            <ac:spMk id="4" creationId="{72D65F01-64B8-231D-F04D-75982E614092}"/>
          </ac:spMkLst>
        </pc:spChg>
        <pc:spChg chg="mod">
          <ac:chgData name="Dhanush kumar" userId="d6ebe682df280fac" providerId="LiveId" clId="{DDB43F0F-19EF-4084-8997-8BBD34E9CB99}" dt="2025-06-26T14:03:30.574" v="303" actId="20577"/>
          <ac:spMkLst>
            <pc:docMk/>
            <pc:sldMk cId="2932400608" sldId="265"/>
            <ac:spMk id="5" creationId="{28A976FE-82CA-7A70-C428-636534C6456A}"/>
          </ac:spMkLst>
        </pc:spChg>
        <pc:picChg chg="del">
          <ac:chgData name="Dhanush kumar" userId="d6ebe682df280fac" providerId="LiveId" clId="{DDB43F0F-19EF-4084-8997-8BBD34E9CB99}" dt="2025-06-26T14:03:55.492" v="307" actId="478"/>
          <ac:picMkLst>
            <pc:docMk/>
            <pc:sldMk cId="2932400608" sldId="265"/>
            <ac:picMk id="2050" creationId="{90D63199-75C4-A0BA-32EC-7B67CE5711A2}"/>
          </ac:picMkLst>
        </pc:picChg>
        <pc:picChg chg="add mod">
          <ac:chgData name="Dhanush kumar" userId="d6ebe682df280fac" providerId="LiveId" clId="{DDB43F0F-19EF-4084-8997-8BBD34E9CB99}" dt="2025-06-26T14:05:24.015" v="312" actId="1076"/>
          <ac:picMkLst>
            <pc:docMk/>
            <pc:sldMk cId="2932400608" sldId="265"/>
            <ac:picMk id="3074" creationId="{D2377279-3A66-0F81-D7A9-5B26C818BA91}"/>
          </ac:picMkLst>
        </pc:picChg>
      </pc:sldChg>
      <pc:sldChg chg="new del">
        <pc:chgData name="Dhanush kumar" userId="d6ebe682df280fac" providerId="LiveId" clId="{DDB43F0F-19EF-4084-8997-8BBD34E9CB99}" dt="2025-06-26T14:03:22.104" v="300" actId="680"/>
        <pc:sldMkLst>
          <pc:docMk/>
          <pc:sldMk cId="3239122608" sldId="265"/>
        </pc:sldMkLst>
      </pc:sldChg>
      <pc:sldChg chg="delSp modSp add mod">
        <pc:chgData name="Dhanush kumar" userId="d6ebe682df280fac" providerId="LiveId" clId="{DDB43F0F-19EF-4084-8997-8BBD34E9CB99}" dt="2025-06-26T14:12:24.257" v="515" actId="478"/>
        <pc:sldMkLst>
          <pc:docMk/>
          <pc:sldMk cId="2824408417" sldId="266"/>
        </pc:sldMkLst>
        <pc:spChg chg="mod">
          <ac:chgData name="Dhanush kumar" userId="d6ebe682df280fac" providerId="LiveId" clId="{DDB43F0F-19EF-4084-8997-8BBD34E9CB99}" dt="2025-06-26T14:12:20.656" v="513" actId="113"/>
          <ac:spMkLst>
            <pc:docMk/>
            <pc:sldMk cId="2824408417" sldId="266"/>
            <ac:spMk id="4" creationId="{3985A26B-87E5-E224-D95C-D0F8A31D096A}"/>
          </ac:spMkLst>
        </pc:spChg>
        <pc:spChg chg="mod">
          <ac:chgData name="Dhanush kumar" userId="d6ebe682df280fac" providerId="LiveId" clId="{DDB43F0F-19EF-4084-8997-8BBD34E9CB99}" dt="2025-06-26T14:11:42.739" v="510" actId="20577"/>
          <ac:spMkLst>
            <pc:docMk/>
            <pc:sldMk cId="2824408417" sldId="266"/>
            <ac:spMk id="5" creationId="{3F0701A8-FA01-78A6-4805-7E80C2209963}"/>
          </ac:spMkLst>
        </pc:spChg>
        <pc:picChg chg="del">
          <ac:chgData name="Dhanush kumar" userId="d6ebe682df280fac" providerId="LiveId" clId="{DDB43F0F-19EF-4084-8997-8BBD34E9CB99}" dt="2025-06-26T14:12:22.554" v="514" actId="478"/>
          <ac:picMkLst>
            <pc:docMk/>
            <pc:sldMk cId="2824408417" sldId="266"/>
            <ac:picMk id="1026" creationId="{DD3D37A0-BE4F-10AD-D00B-E1736BF39340}"/>
          </ac:picMkLst>
        </pc:picChg>
        <pc:picChg chg="del">
          <ac:chgData name="Dhanush kumar" userId="d6ebe682df280fac" providerId="LiveId" clId="{DDB43F0F-19EF-4084-8997-8BBD34E9CB99}" dt="2025-06-26T14:12:24.257" v="515" actId="478"/>
          <ac:picMkLst>
            <pc:docMk/>
            <pc:sldMk cId="2824408417" sldId="266"/>
            <ac:picMk id="5122" creationId="{8D503BED-39CA-E81B-C3D2-B691B70E9B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A599D-6FF9-4227-B1E3-AA6EA4ABA7E1}" type="datetimeFigureOut">
              <a:rPr lang="en-IN" smtClean="0"/>
              <a:t>26-06-2025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4C98F8-7803-4F60-8CE2-DC4F8CA24796}" type="slidenum">
              <a:rPr lang="en-IN" smtClean="0"/>
              <a:t>‹#›</a:t>
            </a:fld>
            <a:endParaRPr lang="en-IN"/>
          </a:p>
        </p:txBody>
      </p:sp>
    </p:spTree>
    <p:extLst>
      <p:ext uri="{BB962C8B-B14F-4D97-AF65-F5344CB8AC3E}">
        <p14:creationId xmlns:p14="http://schemas.microsoft.com/office/powerpoint/2010/main" val="901985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6E976-9381-D489-3FEF-C65249495C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C5A5C4-3AB2-88FE-F106-396B4DB994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7FAF65-3A1D-F821-B444-847BDCA2982B}"/>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5" name="Footer Placeholder 4">
            <a:extLst>
              <a:ext uri="{FF2B5EF4-FFF2-40B4-BE49-F238E27FC236}">
                <a16:creationId xmlns:a16="http://schemas.microsoft.com/office/drawing/2014/main" id="{6C462BD9-69B0-3F00-F096-8466DFA08A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4B7627-88AB-7339-611C-6526AA83C588}"/>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120318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43320-8D52-74D2-EEBA-3B94D32735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E256CA-3855-9081-D000-792FEB03A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4C031F-38D2-CF10-5809-425D6BA824C0}"/>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5" name="Footer Placeholder 4">
            <a:extLst>
              <a:ext uri="{FF2B5EF4-FFF2-40B4-BE49-F238E27FC236}">
                <a16:creationId xmlns:a16="http://schemas.microsoft.com/office/drawing/2014/main" id="{0808DF57-3A74-F57E-863E-A8A4BF2A9B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B27D35-B0AB-0E7D-0473-C1E3F27DCB53}"/>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104177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6BC2C-4A84-D994-99E6-DE6C8B8A77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8B9806-2390-2112-FDD5-97E4C84D67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E6DE5-DD97-1157-588B-C056ACDE32AB}"/>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5" name="Footer Placeholder 4">
            <a:extLst>
              <a:ext uri="{FF2B5EF4-FFF2-40B4-BE49-F238E27FC236}">
                <a16:creationId xmlns:a16="http://schemas.microsoft.com/office/drawing/2014/main" id="{E59A1852-D48C-243C-0862-6EFA563259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82314-F372-1D9D-EEB9-314315CCEF81}"/>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3693375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D1D51-B52F-AA64-67C9-81C3BCC323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726B73-17E3-8BBD-7351-4CCA2F26A4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3155BD-0673-4CEE-F16B-80B5DA09A3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0C66BA-811D-DB57-23A5-79F2B78E2A6E}"/>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6" name="Footer Placeholder 5">
            <a:extLst>
              <a:ext uri="{FF2B5EF4-FFF2-40B4-BE49-F238E27FC236}">
                <a16:creationId xmlns:a16="http://schemas.microsoft.com/office/drawing/2014/main" id="{8FA684DD-5599-4C4E-44A6-1962F7CF43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A201E5-08A8-6B81-E935-8A94155F7567}"/>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146969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A9E2-DE07-DEC5-6E63-B0C1FC23635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8EB03A-15B0-228D-D6CF-6A26A4017B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50584F-FD10-A3B2-2897-C6D771834C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8C401EF-AFD9-D764-D078-43C72C98B5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C14355-886C-AC1E-D136-2B35845C55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60B53B-D209-86FB-114E-9838EEAC52BD}"/>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8" name="Footer Placeholder 7">
            <a:extLst>
              <a:ext uri="{FF2B5EF4-FFF2-40B4-BE49-F238E27FC236}">
                <a16:creationId xmlns:a16="http://schemas.microsoft.com/office/drawing/2014/main" id="{8B2791C5-E90F-757D-E3A3-2968F56EA9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A7CB5A7-4C27-B08E-14B5-129D1CFE0BEB}"/>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3780263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9EBEC-CC36-A6F4-9256-1C772BD1B9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0BD80F0-3557-989E-62DA-DC717424A3B8}"/>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4" name="Footer Placeholder 3">
            <a:extLst>
              <a:ext uri="{FF2B5EF4-FFF2-40B4-BE49-F238E27FC236}">
                <a16:creationId xmlns:a16="http://schemas.microsoft.com/office/drawing/2014/main" id="{C89E3478-0C8A-2EFB-169A-B182FD1A95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3AA24F-2B60-E093-D102-014A1DE3BCE6}"/>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1913983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E72646-A527-D39C-9704-5021D1815038}"/>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3" name="Footer Placeholder 2">
            <a:extLst>
              <a:ext uri="{FF2B5EF4-FFF2-40B4-BE49-F238E27FC236}">
                <a16:creationId xmlns:a16="http://schemas.microsoft.com/office/drawing/2014/main" id="{E7E8C307-AEBD-CE13-5D8A-134A7758B6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78ADBA-6012-606B-262E-1FE90FF0B140}"/>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2414214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6AE8-53EF-FCF0-7146-08FF975E6B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C30464-2509-3A56-7F34-D1668D5C15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00828F-E870-57A2-BBDA-183BA07C1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063F37-6C7E-6B9C-5CDB-51CA603B21D3}"/>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6" name="Footer Placeholder 5">
            <a:extLst>
              <a:ext uri="{FF2B5EF4-FFF2-40B4-BE49-F238E27FC236}">
                <a16:creationId xmlns:a16="http://schemas.microsoft.com/office/drawing/2014/main" id="{7F41D120-B089-E47D-0678-83687B2D24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10ED13-501D-452E-156B-2AE5B0B6B0ED}"/>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340793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6A493-59C9-416D-E5C3-9E0C93D7A1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531D51-6598-CE5B-79A8-405F5E3CEB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97A0DE-DE32-EF19-23B2-4D184C8CB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BAEFD6-85D8-BB18-EB67-601A02745695}"/>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6" name="Footer Placeholder 5">
            <a:extLst>
              <a:ext uri="{FF2B5EF4-FFF2-40B4-BE49-F238E27FC236}">
                <a16:creationId xmlns:a16="http://schemas.microsoft.com/office/drawing/2014/main" id="{F376FBE5-2F21-E0DF-7CCF-0A2EB4A125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D2A0C8-D297-0BE5-F26D-DA47DCC601A2}"/>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4167899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9E541-468F-FAD4-3E82-97C77787D6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61118C0-3A03-6A91-E516-D09CCF9EB1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FD6845-AD77-25B6-6CDF-580B02DFA6DE}"/>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5" name="Footer Placeholder 4">
            <a:extLst>
              <a:ext uri="{FF2B5EF4-FFF2-40B4-BE49-F238E27FC236}">
                <a16:creationId xmlns:a16="http://schemas.microsoft.com/office/drawing/2014/main" id="{E4AE6CBE-74F6-8E24-4B0D-ED1D756BB4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58E59B-9FD3-F7FE-C891-0AAB3963719F}"/>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4042953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D81A8-C0CA-966B-4B90-BA4DCC3DA0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6728EF-B873-5918-ABE5-941DBFC6D6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BA507A-7960-E0A2-FA22-99F2916790D3}"/>
              </a:ext>
            </a:extLst>
          </p:cNvPr>
          <p:cNvSpPr>
            <a:spLocks noGrp="1"/>
          </p:cNvSpPr>
          <p:nvPr>
            <p:ph type="dt" sz="half" idx="10"/>
          </p:nvPr>
        </p:nvSpPr>
        <p:spPr/>
        <p:txBody>
          <a:bodyPr/>
          <a:lstStyle/>
          <a:p>
            <a:fld id="{00B33038-F3BA-4ACE-9704-B0097C06BF57}" type="datetimeFigureOut">
              <a:rPr lang="en-IN" smtClean="0"/>
              <a:t>26-06-2025</a:t>
            </a:fld>
            <a:endParaRPr lang="en-IN"/>
          </a:p>
        </p:txBody>
      </p:sp>
      <p:sp>
        <p:nvSpPr>
          <p:cNvPr id="5" name="Footer Placeholder 4">
            <a:extLst>
              <a:ext uri="{FF2B5EF4-FFF2-40B4-BE49-F238E27FC236}">
                <a16:creationId xmlns:a16="http://schemas.microsoft.com/office/drawing/2014/main" id="{7DF92A0E-FF48-D015-BFCA-311FFC847F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6DC355-83CE-2110-F82E-95B5F94FD873}"/>
              </a:ext>
            </a:extLst>
          </p:cNvPr>
          <p:cNvSpPr>
            <a:spLocks noGrp="1"/>
          </p:cNvSpPr>
          <p:nvPr>
            <p:ph type="sldNum" sz="quarter" idx="12"/>
          </p:nvPr>
        </p:nvSpPr>
        <p:spPr/>
        <p:txBody>
          <a:bodyPr/>
          <a:lstStyle/>
          <a:p>
            <a:fld id="{D195EF41-8C29-43FA-977E-FE9AEA3EA94E}" type="slidenum">
              <a:rPr lang="en-IN" smtClean="0"/>
              <a:t>‹#›</a:t>
            </a:fld>
            <a:endParaRPr lang="en-IN"/>
          </a:p>
        </p:txBody>
      </p:sp>
    </p:spTree>
    <p:extLst>
      <p:ext uri="{BB962C8B-B14F-4D97-AF65-F5344CB8AC3E}">
        <p14:creationId xmlns:p14="http://schemas.microsoft.com/office/powerpoint/2010/main" val="3061060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0DB0C7-452F-E5F2-727B-B86A53714D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04F505-D470-1DA8-3FCC-819580B5D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56A5C4-5911-B79B-FF9E-A2085665C1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B33038-F3BA-4ACE-9704-B0097C06BF57}" type="datetimeFigureOut">
              <a:rPr lang="en-IN" smtClean="0"/>
              <a:t>26-06-2025</a:t>
            </a:fld>
            <a:endParaRPr lang="en-IN"/>
          </a:p>
        </p:txBody>
      </p:sp>
      <p:sp>
        <p:nvSpPr>
          <p:cNvPr id="5" name="Footer Placeholder 4">
            <a:extLst>
              <a:ext uri="{FF2B5EF4-FFF2-40B4-BE49-F238E27FC236}">
                <a16:creationId xmlns:a16="http://schemas.microsoft.com/office/drawing/2014/main" id="{94947EAD-E283-478C-48E9-FEBA09D90C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A708221-FB44-DD3D-0B3C-31355E292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95EF41-8C29-43FA-977E-FE9AEA3EA94E}" type="slidenum">
              <a:rPr lang="en-IN" smtClean="0"/>
              <a:t>‹#›</a:t>
            </a:fld>
            <a:endParaRPr lang="en-IN"/>
          </a:p>
        </p:txBody>
      </p:sp>
    </p:spTree>
    <p:extLst>
      <p:ext uri="{BB962C8B-B14F-4D97-AF65-F5344CB8AC3E}">
        <p14:creationId xmlns:p14="http://schemas.microsoft.com/office/powerpoint/2010/main" val="3563243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ADF8E1-3855-FDCA-4961-CD33E52E54E9}"/>
              </a:ext>
            </a:extLst>
          </p:cNvPr>
          <p:cNvSpPr txBox="1"/>
          <p:nvPr/>
        </p:nvSpPr>
        <p:spPr>
          <a:xfrm>
            <a:off x="786581" y="1030037"/>
            <a:ext cx="10097729" cy="1477328"/>
          </a:xfrm>
          <a:prstGeom prst="rect">
            <a:avLst/>
          </a:prstGeom>
          <a:noFill/>
        </p:spPr>
        <p:txBody>
          <a:bodyPr wrap="square" rtlCol="0">
            <a:spAutoFit/>
          </a:bodyPr>
          <a:lstStyle/>
          <a:p>
            <a:r>
              <a:rPr lang="en-US" dirty="0"/>
              <a:t>Radio astronomy is the study of celestial objects by detecting the radio waves they emit. Unlike optical astronomy, it allows astronomers to observe objects hidden by dust, such as star-forming regions, black holes, and galactic cores. It plays a vital role in understanding pulsars, quasars, the cosmic microwave background, and the structure of galaxies. Using large parabolic antennas or interferometric arrays, radio astronomy has expanded our view of the universe far beyond what is visible to the human eye.</a:t>
            </a:r>
          </a:p>
        </p:txBody>
      </p:sp>
      <p:sp>
        <p:nvSpPr>
          <p:cNvPr id="5" name="TextBox 4">
            <a:extLst>
              <a:ext uri="{FF2B5EF4-FFF2-40B4-BE49-F238E27FC236}">
                <a16:creationId xmlns:a16="http://schemas.microsoft.com/office/drawing/2014/main" id="{C38E8E78-3205-50F7-6E24-C3A5C04A2402}"/>
              </a:ext>
            </a:extLst>
          </p:cNvPr>
          <p:cNvSpPr txBox="1"/>
          <p:nvPr/>
        </p:nvSpPr>
        <p:spPr>
          <a:xfrm>
            <a:off x="304801" y="304799"/>
            <a:ext cx="8249264" cy="523220"/>
          </a:xfrm>
          <a:prstGeom prst="rect">
            <a:avLst/>
          </a:prstGeom>
          <a:noFill/>
        </p:spPr>
        <p:txBody>
          <a:bodyPr wrap="square" rtlCol="0">
            <a:spAutoFit/>
          </a:bodyPr>
          <a:lstStyle/>
          <a:p>
            <a:r>
              <a:rPr lang="en-US" sz="2800" dirty="0"/>
              <a:t>Radio astronomy:</a:t>
            </a:r>
            <a:endParaRPr lang="en-IN" sz="2800" dirty="0"/>
          </a:p>
        </p:txBody>
      </p:sp>
      <p:pic>
        <p:nvPicPr>
          <p:cNvPr id="1030" name="Picture 6" descr="Q&amp;A: Why Radio Telescopes can See Farther than Optical Telescopes – SKY  LIGHTS">
            <a:extLst>
              <a:ext uri="{FF2B5EF4-FFF2-40B4-BE49-F238E27FC236}">
                <a16:creationId xmlns:a16="http://schemas.microsoft.com/office/drawing/2014/main" id="{8F175E2B-0672-7A26-DD25-280E1C85E0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290"/>
          <a:stretch>
            <a:fillRect/>
          </a:stretch>
        </p:blipFill>
        <p:spPr bwMode="auto">
          <a:xfrm>
            <a:off x="2286000" y="2709383"/>
            <a:ext cx="7620000" cy="3608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748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6F97B-4030-E277-6FC0-0E73AF36CB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3DFEEA-0454-1CFE-E9C3-0144EB160C2A}"/>
              </a:ext>
            </a:extLst>
          </p:cNvPr>
          <p:cNvSpPr txBox="1"/>
          <p:nvPr/>
        </p:nvSpPr>
        <p:spPr>
          <a:xfrm>
            <a:off x="786581" y="1030037"/>
            <a:ext cx="10097729" cy="1477328"/>
          </a:xfrm>
          <a:prstGeom prst="rect">
            <a:avLst/>
          </a:prstGeom>
          <a:noFill/>
        </p:spPr>
        <p:txBody>
          <a:bodyPr wrap="square" rtlCol="0">
            <a:spAutoFit/>
          </a:bodyPr>
          <a:lstStyle/>
          <a:p>
            <a:r>
              <a:rPr lang="en-US" dirty="0"/>
              <a:t>Only radio waves and visible light can easily penetrate Earth’s atmosphere, which is why most ground-based telescopes operate in these bands. Microwaves and infrared are partially blocked, especially by water vapor and carbon dioxide, so observatories for these are built at high, dry locations. Ultraviolet, X-rays, and gamma rays are completely absorbed by the atmosphere, requiring space-based telescopes to observe them.</a:t>
            </a:r>
          </a:p>
        </p:txBody>
      </p:sp>
      <p:sp>
        <p:nvSpPr>
          <p:cNvPr id="5" name="TextBox 4">
            <a:extLst>
              <a:ext uri="{FF2B5EF4-FFF2-40B4-BE49-F238E27FC236}">
                <a16:creationId xmlns:a16="http://schemas.microsoft.com/office/drawing/2014/main" id="{76551843-FBE9-420E-7110-05BA1585C678}"/>
              </a:ext>
            </a:extLst>
          </p:cNvPr>
          <p:cNvSpPr txBox="1"/>
          <p:nvPr/>
        </p:nvSpPr>
        <p:spPr>
          <a:xfrm>
            <a:off x="304801" y="304799"/>
            <a:ext cx="8249264" cy="523220"/>
          </a:xfrm>
          <a:prstGeom prst="rect">
            <a:avLst/>
          </a:prstGeom>
          <a:noFill/>
        </p:spPr>
        <p:txBody>
          <a:bodyPr wrap="square" rtlCol="0">
            <a:spAutoFit/>
          </a:bodyPr>
          <a:lstStyle/>
          <a:p>
            <a:r>
              <a:rPr lang="en-US" sz="2800" dirty="0"/>
              <a:t>Atmospheric Transparency to Electromagnetic Waves:</a:t>
            </a:r>
            <a:endParaRPr lang="en-IN" sz="2800" dirty="0"/>
          </a:p>
        </p:txBody>
      </p:sp>
      <p:pic>
        <p:nvPicPr>
          <p:cNvPr id="2050" name="Picture 2" descr="The Electromagnetic Spectrum | Astronomy">
            <a:extLst>
              <a:ext uri="{FF2B5EF4-FFF2-40B4-BE49-F238E27FC236}">
                <a16:creationId xmlns:a16="http://schemas.microsoft.com/office/drawing/2014/main" id="{B5C5E1D7-6EC0-2C7A-0290-B310F86BF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1790" y="2507365"/>
            <a:ext cx="4407309" cy="3888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321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28E61-0653-F804-68FF-D8F0D96024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D65F01-64B8-231D-F04D-75982E614092}"/>
              </a:ext>
            </a:extLst>
          </p:cNvPr>
          <p:cNvSpPr txBox="1"/>
          <p:nvPr/>
        </p:nvSpPr>
        <p:spPr>
          <a:xfrm>
            <a:off x="786581" y="892389"/>
            <a:ext cx="10097729" cy="2585323"/>
          </a:xfrm>
          <a:prstGeom prst="rect">
            <a:avLst/>
          </a:prstGeom>
          <a:noFill/>
        </p:spPr>
        <p:txBody>
          <a:bodyPr wrap="square" rtlCol="0">
            <a:spAutoFit/>
          </a:bodyPr>
          <a:lstStyle/>
          <a:p>
            <a:r>
              <a:rPr lang="en-US" dirty="0"/>
              <a:t>Gravity plays an important but indirect role in the observation of electromagnetic waves in astronomy. One key effect is gravitational lensing, where light or radio waves from distant cosmic sources are bent by the gravitational pull of massive objects like galaxies or black holes. This bending can magnify or distort the appearance of these sources, allowing astronomers to study objects that would otherwise be too faint or distant. Another phenomenon is gravitational redshift, where EM waves lose energy and shift to longer wavelengths as they escape strong gravitational fields, such as those near black holes. However, gravity does not influence which electromagnetic waves penetrate Earth’s atmosphere; atmospheric transparency is instead determined by how different wavelengths interact with molecules like water vapor, oxygen, and carbon dioxide.</a:t>
            </a:r>
          </a:p>
        </p:txBody>
      </p:sp>
      <p:sp>
        <p:nvSpPr>
          <p:cNvPr id="5" name="TextBox 4">
            <a:extLst>
              <a:ext uri="{FF2B5EF4-FFF2-40B4-BE49-F238E27FC236}">
                <a16:creationId xmlns:a16="http://schemas.microsoft.com/office/drawing/2014/main" id="{28A976FE-82CA-7A70-C428-636534C6456A}"/>
              </a:ext>
            </a:extLst>
          </p:cNvPr>
          <p:cNvSpPr txBox="1"/>
          <p:nvPr/>
        </p:nvSpPr>
        <p:spPr>
          <a:xfrm>
            <a:off x="304801" y="304799"/>
            <a:ext cx="8249264" cy="523220"/>
          </a:xfrm>
          <a:prstGeom prst="rect">
            <a:avLst/>
          </a:prstGeom>
          <a:noFill/>
        </p:spPr>
        <p:txBody>
          <a:bodyPr wrap="square" rtlCol="0">
            <a:spAutoFit/>
          </a:bodyPr>
          <a:lstStyle/>
          <a:p>
            <a:r>
              <a:rPr lang="en-US" sz="2800" dirty="0"/>
              <a:t>Role of Gravity in Electromagnetic Wave Observation:</a:t>
            </a:r>
            <a:endParaRPr lang="en-IN" sz="2800" dirty="0"/>
          </a:p>
        </p:txBody>
      </p:sp>
      <p:pic>
        <p:nvPicPr>
          <p:cNvPr id="3074" name="Picture 2" descr="Gravitational-wave physics and astronomy in the 2020s and 2030s | Nature  Reviews Physics">
            <a:extLst>
              <a:ext uri="{FF2B5EF4-FFF2-40B4-BE49-F238E27FC236}">
                <a16:creationId xmlns:a16="http://schemas.microsoft.com/office/drawing/2014/main" id="{D2377279-3A66-0F81-D7A9-5B26C818BA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2404" y="3357848"/>
            <a:ext cx="4986082" cy="3195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400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EC4C-2640-2E2A-4F60-101CF9D8621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66B1BA-0B77-3344-6438-85A2086CC20A}"/>
              </a:ext>
            </a:extLst>
          </p:cNvPr>
          <p:cNvSpPr txBox="1"/>
          <p:nvPr/>
        </p:nvSpPr>
        <p:spPr>
          <a:xfrm>
            <a:off x="786581" y="1030037"/>
            <a:ext cx="10097729" cy="5078313"/>
          </a:xfrm>
          <a:prstGeom prst="rect">
            <a:avLst/>
          </a:prstGeom>
          <a:noFill/>
        </p:spPr>
        <p:txBody>
          <a:bodyPr wrap="square" rtlCol="0">
            <a:spAutoFit/>
          </a:bodyPr>
          <a:lstStyle/>
          <a:p>
            <a:r>
              <a:rPr lang="en-US" dirty="0"/>
              <a:t>The basic principle of radio interferometry lies in capturing radio waves from astronomical sources using more than one antenna and analyzing the wave interference pattern created when the signals are combined. These antennas are arranged in arrays, with separations known as baselines, which can range from a few meters to thousands of kilometers, depending on the desired resolution. The longer the baseline, the finer the angular resolution that can be achieved.</a:t>
            </a:r>
          </a:p>
          <a:p>
            <a:r>
              <a:rPr lang="en-US" dirty="0"/>
              <a:t>Each antenna in an interferometric array works like a standard radio telescope. It collects radio signals from space and converts them into electrical signals. However, unlike a single-dish system, the signals from each antenna are precisely time-stamped using atomic clocks and then sent to a correlator—a central processing system that aligns and combines them. The correlator analyzes the phase differences between the signals from different antennas, and through complex mathematical operations (such as Fourier transforms), constructs high-resolution images of the radio source.</a:t>
            </a:r>
          </a:p>
          <a:p>
            <a:endParaRPr lang="en-US" dirty="0"/>
          </a:p>
          <a:p>
            <a:r>
              <a:rPr lang="en-US" dirty="0"/>
              <a:t>Applications: </a:t>
            </a:r>
          </a:p>
          <a:p>
            <a:endParaRPr lang="en-US" dirty="0"/>
          </a:p>
          <a:p>
            <a:pPr marL="285750" indent="-285750">
              <a:buFont typeface="Arial" panose="020B0604020202020204" pitchFamily="34" charset="0"/>
              <a:buChar char="•"/>
            </a:pPr>
            <a:r>
              <a:rPr lang="en-US" dirty="0"/>
              <a:t>High-Resolution Imaging of Cosmic Objects</a:t>
            </a:r>
          </a:p>
          <a:p>
            <a:pPr marL="285750" indent="-285750">
              <a:buFont typeface="Arial" panose="020B0604020202020204" pitchFamily="34" charset="0"/>
              <a:buChar char="•"/>
            </a:pPr>
            <a:r>
              <a:rPr lang="en-IN" dirty="0"/>
              <a:t>Mapping Neutral Hydrogen (HI) in the Universe</a:t>
            </a:r>
          </a:p>
          <a:p>
            <a:pPr marL="285750" indent="-285750">
              <a:buFont typeface="Arial" panose="020B0604020202020204" pitchFamily="34" charset="0"/>
              <a:buChar char="•"/>
            </a:pPr>
            <a:r>
              <a:rPr lang="en-IN" dirty="0"/>
              <a:t>Pulsar Observations</a:t>
            </a:r>
          </a:p>
          <a:p>
            <a:pPr marL="285750" indent="-285750">
              <a:buFont typeface="Arial" panose="020B0604020202020204" pitchFamily="34" charset="0"/>
              <a:buChar char="•"/>
            </a:pPr>
            <a:r>
              <a:rPr lang="en-US" dirty="0"/>
              <a:t>Active Galactic Nuclei (AGN) and Quasar Studies</a:t>
            </a:r>
          </a:p>
        </p:txBody>
      </p:sp>
      <p:sp>
        <p:nvSpPr>
          <p:cNvPr id="5" name="TextBox 4">
            <a:extLst>
              <a:ext uri="{FF2B5EF4-FFF2-40B4-BE49-F238E27FC236}">
                <a16:creationId xmlns:a16="http://schemas.microsoft.com/office/drawing/2014/main" id="{A2EFA3C3-6904-97C8-BA5C-E7A0869B0F2A}"/>
              </a:ext>
            </a:extLst>
          </p:cNvPr>
          <p:cNvSpPr txBox="1"/>
          <p:nvPr/>
        </p:nvSpPr>
        <p:spPr>
          <a:xfrm>
            <a:off x="304801" y="304799"/>
            <a:ext cx="8249264" cy="523220"/>
          </a:xfrm>
          <a:prstGeom prst="rect">
            <a:avLst/>
          </a:prstGeom>
          <a:noFill/>
        </p:spPr>
        <p:txBody>
          <a:bodyPr wrap="square" rtlCol="0">
            <a:spAutoFit/>
          </a:bodyPr>
          <a:lstStyle/>
          <a:p>
            <a:r>
              <a:rPr lang="en-US" sz="2800" dirty="0"/>
              <a:t>Principle and Construction of a Radio Interferometer :</a:t>
            </a:r>
            <a:endParaRPr lang="en-IN" sz="2800" dirty="0"/>
          </a:p>
        </p:txBody>
      </p:sp>
      <p:pic>
        <p:nvPicPr>
          <p:cNvPr id="1028" name="Picture 4" descr="Radio telescope | Images, Definition, &amp; Facts | Britannica">
            <a:extLst>
              <a:ext uri="{FF2B5EF4-FFF2-40B4-BE49-F238E27FC236}">
                <a16:creationId xmlns:a16="http://schemas.microsoft.com/office/drawing/2014/main" id="{5B2F3AEF-1DDA-EC91-5F8D-6A5743F53F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678"/>
          <a:stretch>
            <a:fillRect/>
          </a:stretch>
        </p:blipFill>
        <p:spPr bwMode="auto">
          <a:xfrm>
            <a:off x="7275871" y="3885328"/>
            <a:ext cx="4336026" cy="2667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8275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233B0-55F7-98EC-7026-0E3A02C491A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CEF8184-D8BF-856C-4161-361728810174}"/>
              </a:ext>
            </a:extLst>
          </p:cNvPr>
          <p:cNvSpPr txBox="1"/>
          <p:nvPr/>
        </p:nvSpPr>
        <p:spPr>
          <a:xfrm>
            <a:off x="786581" y="1030037"/>
            <a:ext cx="10097729" cy="3970318"/>
          </a:xfrm>
          <a:prstGeom prst="rect">
            <a:avLst/>
          </a:prstGeom>
          <a:noFill/>
        </p:spPr>
        <p:txBody>
          <a:bodyPr wrap="square" rtlCol="0">
            <a:spAutoFit/>
          </a:bodyPr>
          <a:lstStyle/>
          <a:p>
            <a:r>
              <a:rPr lang="en-US" dirty="0"/>
              <a:t>At the core of radio interferometry is the concept of interference, which describes how two or more waves combine when they overlap. When signals from two antennas meet, the waves can either reinforce each other or cancel each other out, depending on their phase relationship.</a:t>
            </a:r>
          </a:p>
          <a:p>
            <a:endParaRPr lang="en-US" dirty="0"/>
          </a:p>
          <a:p>
            <a:r>
              <a:rPr lang="en-US" dirty="0"/>
              <a:t>Constructive interference occurs when the waves are in phase—meaning their peaks and troughs align. When this happens, the combined wave has a larger amplitude, resulting in a stronger signal. This is desirable in interferometry, as it enhances the detection of the radio source. In contrast, destructive interference happens when the waves are out of phase—when the peak of one wave aligns with the trough of another. This causes the waves to cancel each other, leading to a weaker or even zero signal.</a:t>
            </a:r>
          </a:p>
          <a:p>
            <a:endParaRPr lang="en-US" dirty="0"/>
          </a:p>
          <a:p>
            <a:r>
              <a:rPr lang="en-US" dirty="0"/>
              <a:t>These interference patterns are not random but contain spatial information about the radio source. By studying these patterns across many antenna pairs and orientations, astronomers can reconstruct detailed images of the source’s structure. The resulting data is often visualized as fringe patterns, which represent the variation of signal strength as a function of direction and wavelength.</a:t>
            </a:r>
          </a:p>
        </p:txBody>
      </p:sp>
      <p:sp>
        <p:nvSpPr>
          <p:cNvPr id="5" name="TextBox 4">
            <a:extLst>
              <a:ext uri="{FF2B5EF4-FFF2-40B4-BE49-F238E27FC236}">
                <a16:creationId xmlns:a16="http://schemas.microsoft.com/office/drawing/2014/main" id="{7CC02814-DD5B-952C-34A2-A38C5A9AA2B2}"/>
              </a:ext>
            </a:extLst>
          </p:cNvPr>
          <p:cNvSpPr txBox="1"/>
          <p:nvPr/>
        </p:nvSpPr>
        <p:spPr>
          <a:xfrm>
            <a:off x="304801" y="304799"/>
            <a:ext cx="8249264" cy="523220"/>
          </a:xfrm>
          <a:prstGeom prst="rect">
            <a:avLst/>
          </a:prstGeom>
          <a:noFill/>
        </p:spPr>
        <p:txBody>
          <a:bodyPr wrap="square" rtlCol="0">
            <a:spAutoFit/>
          </a:bodyPr>
          <a:lstStyle/>
          <a:p>
            <a:r>
              <a:rPr lang="en-IN" sz="2800" dirty="0"/>
              <a:t>Constructive and Destructive Interference:</a:t>
            </a:r>
          </a:p>
        </p:txBody>
      </p:sp>
      <p:pic>
        <p:nvPicPr>
          <p:cNvPr id="2052" name="Picture 4" descr="Interference Light Waves Constructive Destructive Interference Stock Vector  (Royalty Free) 1661655919 | Shutterstock">
            <a:extLst>
              <a:ext uri="{FF2B5EF4-FFF2-40B4-BE49-F238E27FC236}">
                <a16:creationId xmlns:a16="http://schemas.microsoft.com/office/drawing/2014/main" id="{36656A44-7E86-6688-A523-575FF01EEC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1" b="61004"/>
          <a:stretch>
            <a:fillRect/>
          </a:stretch>
        </p:blipFill>
        <p:spPr bwMode="auto">
          <a:xfrm>
            <a:off x="993058" y="4939019"/>
            <a:ext cx="4365523" cy="177788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terference Light Waves Constructive Destructive Interference Stock Vector  (Royalty Free) 1661655919 | Shutterstock">
            <a:extLst>
              <a:ext uri="{FF2B5EF4-FFF2-40B4-BE49-F238E27FC236}">
                <a16:creationId xmlns:a16="http://schemas.microsoft.com/office/drawing/2014/main" id="{23AE116F-EA3D-4858-4672-1D39BCC2CB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4516" b="6523"/>
          <a:stretch>
            <a:fillRect/>
          </a:stretch>
        </p:blipFill>
        <p:spPr bwMode="auto">
          <a:xfrm>
            <a:off x="5584723" y="5067799"/>
            <a:ext cx="5073445" cy="152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165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78400-59BF-4313-9A89-936E061CDF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0EA4596-AAFB-39C7-9232-846F960602D4}"/>
              </a:ext>
            </a:extLst>
          </p:cNvPr>
          <p:cNvSpPr txBox="1"/>
          <p:nvPr/>
        </p:nvSpPr>
        <p:spPr>
          <a:xfrm>
            <a:off x="786581" y="1030037"/>
            <a:ext cx="10097729" cy="3693319"/>
          </a:xfrm>
          <a:prstGeom prst="rect">
            <a:avLst/>
          </a:prstGeom>
          <a:noFill/>
        </p:spPr>
        <p:txBody>
          <a:bodyPr wrap="square" rtlCol="0">
            <a:spAutoFit/>
          </a:bodyPr>
          <a:lstStyle/>
          <a:p>
            <a:r>
              <a:rPr lang="en-US" dirty="0"/>
              <a:t>Angular resolution is the ability of a telescope to distinguish two close objects in the sky as separate. It determines how much detail a telescope can reveal. A smaller angular resolution (measured in arcseconds) means sharper images. It depends on the wavelength of observation and the diameter of the telescope:</a:t>
            </a:r>
          </a:p>
          <a:p>
            <a:endParaRPr lang="en-US" dirty="0"/>
          </a:p>
          <a:p>
            <a:r>
              <a:rPr lang="en-US" dirty="0"/>
              <a:t>Angular Resolution ≈ λ\D</a:t>
            </a:r>
          </a:p>
          <a:p>
            <a:r>
              <a:rPr lang="en-US" dirty="0"/>
              <a:t>​</a:t>
            </a:r>
          </a:p>
          <a:p>
            <a:r>
              <a:rPr lang="en-US" dirty="0"/>
              <a:t>Where:</a:t>
            </a:r>
          </a:p>
          <a:p>
            <a:endParaRPr lang="en-US" dirty="0"/>
          </a:p>
          <a:p>
            <a:pPr marL="742950" lvl="1" indent="-285750">
              <a:buFont typeface="Arial" panose="020B0604020202020204" pitchFamily="34" charset="0"/>
              <a:buChar char="•"/>
            </a:pPr>
            <a:r>
              <a:rPr lang="en-US" dirty="0"/>
              <a:t>λ = Wavelength of light or radio waves</a:t>
            </a:r>
          </a:p>
          <a:p>
            <a:pPr marL="742950" lvl="1" indent="-285750">
              <a:buFont typeface="Arial" panose="020B0604020202020204" pitchFamily="34" charset="0"/>
              <a:buChar char="•"/>
            </a:pPr>
            <a:r>
              <a:rPr lang="en-US" dirty="0"/>
              <a:t>D = Diameter (or baseline) of the telescope</a:t>
            </a:r>
          </a:p>
          <a:p>
            <a:r>
              <a:rPr lang="en-US" dirty="0"/>
              <a:t>In radio astronomy, long baselines and interferometry are used to achieve high angular resolution, often better than optical telescopes.</a:t>
            </a:r>
          </a:p>
        </p:txBody>
      </p:sp>
      <p:sp>
        <p:nvSpPr>
          <p:cNvPr id="5" name="TextBox 4">
            <a:extLst>
              <a:ext uri="{FF2B5EF4-FFF2-40B4-BE49-F238E27FC236}">
                <a16:creationId xmlns:a16="http://schemas.microsoft.com/office/drawing/2014/main" id="{597F86D1-9267-9718-FD7E-4525866C0DB5}"/>
              </a:ext>
            </a:extLst>
          </p:cNvPr>
          <p:cNvSpPr txBox="1"/>
          <p:nvPr/>
        </p:nvSpPr>
        <p:spPr>
          <a:xfrm>
            <a:off x="304801" y="304799"/>
            <a:ext cx="8249264" cy="523220"/>
          </a:xfrm>
          <a:prstGeom prst="rect">
            <a:avLst/>
          </a:prstGeom>
          <a:noFill/>
        </p:spPr>
        <p:txBody>
          <a:bodyPr wrap="square" rtlCol="0">
            <a:spAutoFit/>
          </a:bodyPr>
          <a:lstStyle/>
          <a:p>
            <a:r>
              <a:rPr lang="en-IN" sz="2800" dirty="0"/>
              <a:t>Angular Resolution :</a:t>
            </a:r>
          </a:p>
        </p:txBody>
      </p:sp>
      <p:pic>
        <p:nvPicPr>
          <p:cNvPr id="3" name="Picture 2">
            <a:extLst>
              <a:ext uri="{FF2B5EF4-FFF2-40B4-BE49-F238E27FC236}">
                <a16:creationId xmlns:a16="http://schemas.microsoft.com/office/drawing/2014/main" id="{14547079-4469-30FE-84BE-E3675F1C57BF}"/>
              </a:ext>
            </a:extLst>
          </p:cNvPr>
          <p:cNvPicPr>
            <a:picLocks noChangeAspect="1"/>
          </p:cNvPicPr>
          <p:nvPr/>
        </p:nvPicPr>
        <p:blipFill>
          <a:blip r:embed="rId2"/>
          <a:stretch>
            <a:fillRect/>
          </a:stretch>
        </p:blipFill>
        <p:spPr>
          <a:xfrm>
            <a:off x="3658903" y="4515388"/>
            <a:ext cx="3595217" cy="2342612"/>
          </a:xfrm>
          <a:prstGeom prst="rect">
            <a:avLst/>
          </a:prstGeom>
        </p:spPr>
      </p:pic>
      <p:pic>
        <p:nvPicPr>
          <p:cNvPr id="7" name="Picture 6">
            <a:extLst>
              <a:ext uri="{FF2B5EF4-FFF2-40B4-BE49-F238E27FC236}">
                <a16:creationId xmlns:a16="http://schemas.microsoft.com/office/drawing/2014/main" id="{1661FA2A-447C-AC9F-8190-61AF68BC6D37}"/>
              </a:ext>
            </a:extLst>
          </p:cNvPr>
          <p:cNvPicPr>
            <a:picLocks noChangeAspect="1"/>
          </p:cNvPicPr>
          <p:nvPr/>
        </p:nvPicPr>
        <p:blipFill>
          <a:blip r:embed="rId3"/>
          <a:srcRect b="6519"/>
          <a:stretch>
            <a:fillRect/>
          </a:stretch>
        </p:blipFill>
        <p:spPr>
          <a:xfrm>
            <a:off x="7468198" y="4515388"/>
            <a:ext cx="1641822" cy="2229542"/>
          </a:xfrm>
          <a:prstGeom prst="rect">
            <a:avLst/>
          </a:prstGeom>
        </p:spPr>
      </p:pic>
    </p:spTree>
    <p:extLst>
      <p:ext uri="{BB962C8B-B14F-4D97-AF65-F5344CB8AC3E}">
        <p14:creationId xmlns:p14="http://schemas.microsoft.com/office/powerpoint/2010/main" val="2965578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6863A-79E4-E101-B77D-4200B3A4E2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25F385-80B0-34E4-E181-21D7B2AD61DE}"/>
              </a:ext>
            </a:extLst>
          </p:cNvPr>
          <p:cNvSpPr txBox="1"/>
          <p:nvPr/>
        </p:nvSpPr>
        <p:spPr>
          <a:xfrm>
            <a:off x="786581" y="1030037"/>
            <a:ext cx="10097729" cy="3970318"/>
          </a:xfrm>
          <a:prstGeom prst="rect">
            <a:avLst/>
          </a:prstGeom>
          <a:noFill/>
        </p:spPr>
        <p:txBody>
          <a:bodyPr wrap="square" rtlCol="0">
            <a:spAutoFit/>
          </a:bodyPr>
          <a:lstStyle/>
          <a:p>
            <a:r>
              <a:rPr lang="en-US" dirty="0"/>
              <a:t>The GMRT, located near Pune, India, is one of the world’s most powerful radio telescopes for observing the universe at low radio frequencies (150 MHz – 1450 MHz). It consists of 30 steerable parabolic dishes, each 45 meters in diameter, spread over 25 km in a Y-shaped configuration.</a:t>
            </a:r>
          </a:p>
          <a:p>
            <a:endParaRPr lang="en-US" dirty="0"/>
          </a:p>
          <a:p>
            <a:r>
              <a:rPr lang="en-US" dirty="0"/>
              <a:t>This array works using radio interferometry, where signals from all antennas are combined to simulate a single telescope with very high resolution. The Y-shaped layout ensures excellent sky coverage, allowing detection of both large structures and fine details in deep space.</a:t>
            </a:r>
          </a:p>
          <a:p>
            <a:endParaRPr lang="en-US" dirty="0"/>
          </a:p>
          <a:p>
            <a:r>
              <a:rPr lang="en-US" dirty="0"/>
              <a:t>Application :</a:t>
            </a:r>
          </a:p>
          <a:p>
            <a:endParaRPr lang="en-US" dirty="0"/>
          </a:p>
          <a:p>
            <a:pPr marL="742950" lvl="1" indent="-285750">
              <a:buFont typeface="Arial" panose="020B0604020202020204" pitchFamily="34" charset="0"/>
              <a:buChar char="•"/>
            </a:pPr>
            <a:r>
              <a:rPr lang="en-IN" dirty="0"/>
              <a:t>Mapping Neutral Hydrogen (HI)</a:t>
            </a:r>
          </a:p>
          <a:p>
            <a:pPr marL="742950" lvl="1" indent="-285750">
              <a:buFont typeface="Arial" panose="020B0604020202020204" pitchFamily="34" charset="0"/>
              <a:buChar char="•"/>
            </a:pPr>
            <a:r>
              <a:rPr lang="en-IN" dirty="0"/>
              <a:t>Pulsar Studies</a:t>
            </a:r>
          </a:p>
          <a:p>
            <a:pPr marL="742950" lvl="1" indent="-285750">
              <a:buFont typeface="Arial" panose="020B0604020202020204" pitchFamily="34" charset="0"/>
              <a:buChar char="•"/>
            </a:pPr>
            <a:r>
              <a:rPr lang="en-US" dirty="0"/>
              <a:t>Fast Radio Burst (FRB) Detection</a:t>
            </a:r>
          </a:p>
          <a:p>
            <a:pPr marL="742950" lvl="1" indent="-285750">
              <a:buFont typeface="Arial" panose="020B0604020202020204" pitchFamily="34" charset="0"/>
              <a:buChar char="•"/>
            </a:pPr>
            <a:r>
              <a:rPr lang="en-US" dirty="0"/>
              <a:t>Galaxy Evolution and Active Galactic Nuclei (AGN)</a:t>
            </a:r>
          </a:p>
        </p:txBody>
      </p:sp>
      <p:sp>
        <p:nvSpPr>
          <p:cNvPr id="5" name="TextBox 4">
            <a:extLst>
              <a:ext uri="{FF2B5EF4-FFF2-40B4-BE49-F238E27FC236}">
                <a16:creationId xmlns:a16="http://schemas.microsoft.com/office/drawing/2014/main" id="{FE31E6C4-E949-5C56-B349-BECB4B8449CE}"/>
              </a:ext>
            </a:extLst>
          </p:cNvPr>
          <p:cNvSpPr txBox="1"/>
          <p:nvPr/>
        </p:nvSpPr>
        <p:spPr>
          <a:xfrm>
            <a:off x="304801" y="304799"/>
            <a:ext cx="8249264" cy="523220"/>
          </a:xfrm>
          <a:prstGeom prst="rect">
            <a:avLst/>
          </a:prstGeom>
          <a:noFill/>
        </p:spPr>
        <p:txBody>
          <a:bodyPr wrap="square" rtlCol="0">
            <a:spAutoFit/>
          </a:bodyPr>
          <a:lstStyle/>
          <a:p>
            <a:r>
              <a:rPr lang="it-IT" sz="2800" dirty="0"/>
              <a:t>Giant Metrewave Radio Telescope (GMRT) – India:</a:t>
            </a:r>
            <a:endParaRPr lang="en-IN" sz="2800" dirty="0"/>
          </a:p>
        </p:txBody>
      </p:sp>
      <p:pic>
        <p:nvPicPr>
          <p:cNvPr id="1028" name="Picture 4" descr="Giant Metrewave Radio Telescope">
            <a:extLst>
              <a:ext uri="{FF2B5EF4-FFF2-40B4-BE49-F238E27FC236}">
                <a16:creationId xmlns:a16="http://schemas.microsoft.com/office/drawing/2014/main" id="{D06EE6C1-0DF0-93A7-6A10-A1C45AE4C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5797" y="3285855"/>
            <a:ext cx="3968513" cy="2542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845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97059-9EDA-AD92-FE53-DBB00C0C33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19C420-158F-541E-972C-49CBA977987A}"/>
              </a:ext>
            </a:extLst>
          </p:cNvPr>
          <p:cNvSpPr txBox="1"/>
          <p:nvPr/>
        </p:nvSpPr>
        <p:spPr>
          <a:xfrm>
            <a:off x="786581" y="1030037"/>
            <a:ext cx="10097729" cy="2031325"/>
          </a:xfrm>
          <a:prstGeom prst="rect">
            <a:avLst/>
          </a:prstGeom>
          <a:noFill/>
        </p:spPr>
        <p:txBody>
          <a:bodyPr wrap="square" rtlCol="0">
            <a:spAutoFit/>
          </a:bodyPr>
          <a:lstStyle/>
          <a:p>
            <a:r>
              <a:rPr lang="en-US" dirty="0"/>
              <a:t>The Event Horizon Telescope is a global network of radio observatories linked using Very Long Baseline Interferometry (VLBI) to form an Earth-sized virtual telescope. It achieved a historic milestone in 2019 by capturing the first image of a black hole at the center of galaxy M87. The EHT operates at millimeter wavelengths to achieve extremely high angular resolution, capable of imaging the event horizon—the boundary beyond which nothing can escape a black hole’s gravity. This groundbreaking observation confirmed predictions of Einstein’s general relativity and opened a new era of high-resolution black hole imaging.</a:t>
            </a:r>
          </a:p>
        </p:txBody>
      </p:sp>
      <p:sp>
        <p:nvSpPr>
          <p:cNvPr id="5" name="TextBox 4">
            <a:extLst>
              <a:ext uri="{FF2B5EF4-FFF2-40B4-BE49-F238E27FC236}">
                <a16:creationId xmlns:a16="http://schemas.microsoft.com/office/drawing/2014/main" id="{E98B0AA6-4511-08EE-6CAD-2CEBED72910E}"/>
              </a:ext>
            </a:extLst>
          </p:cNvPr>
          <p:cNvSpPr txBox="1"/>
          <p:nvPr/>
        </p:nvSpPr>
        <p:spPr>
          <a:xfrm>
            <a:off x="304801" y="304799"/>
            <a:ext cx="8249264" cy="523220"/>
          </a:xfrm>
          <a:prstGeom prst="rect">
            <a:avLst/>
          </a:prstGeom>
          <a:noFill/>
        </p:spPr>
        <p:txBody>
          <a:bodyPr wrap="square" rtlCol="0">
            <a:spAutoFit/>
          </a:bodyPr>
          <a:lstStyle/>
          <a:p>
            <a:r>
              <a:rPr lang="en-IN" sz="2800" dirty="0"/>
              <a:t>Event Horizon Telescope (EHT) :</a:t>
            </a:r>
          </a:p>
        </p:txBody>
      </p:sp>
      <p:pic>
        <p:nvPicPr>
          <p:cNvPr id="3074" name="Picture 2" descr="How the Event Horizon Telescope observes black holes « Einstein-Online">
            <a:extLst>
              <a:ext uri="{FF2B5EF4-FFF2-40B4-BE49-F238E27FC236}">
                <a16:creationId xmlns:a16="http://schemas.microsoft.com/office/drawing/2014/main" id="{3E2E63B4-1F16-C797-171D-34A8F886DA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9626" y="2843069"/>
            <a:ext cx="6872748" cy="3845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13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D59E5-1B44-19E3-6FD8-8FA1F8E5BF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84EE3D-B210-BAB0-D47F-5429FF96E423}"/>
              </a:ext>
            </a:extLst>
          </p:cNvPr>
          <p:cNvSpPr txBox="1"/>
          <p:nvPr/>
        </p:nvSpPr>
        <p:spPr>
          <a:xfrm>
            <a:off x="786581" y="1030037"/>
            <a:ext cx="10097729" cy="1477328"/>
          </a:xfrm>
          <a:prstGeom prst="rect">
            <a:avLst/>
          </a:prstGeom>
          <a:noFill/>
        </p:spPr>
        <p:txBody>
          <a:bodyPr wrap="square" rtlCol="0">
            <a:spAutoFit/>
          </a:bodyPr>
          <a:lstStyle/>
          <a:p>
            <a:r>
              <a:rPr lang="en-US" dirty="0"/>
              <a:t>VLBI is a technique in radio astronomy where multiple radio telescopes, located thousands of kilometers apart, observe the same object simultaneously. Their data is precisely time-stamped using atomic clocks and later combined to simulate a giant telescope with a resolution equal to the distance between the antennas. This method allows astronomers to achieve extremely fine angular resolution, enabling detailed studies of black holes, quasars, pulsars, and even tectonic plate movements on Earth.</a:t>
            </a:r>
          </a:p>
        </p:txBody>
      </p:sp>
      <p:sp>
        <p:nvSpPr>
          <p:cNvPr id="5" name="TextBox 4">
            <a:extLst>
              <a:ext uri="{FF2B5EF4-FFF2-40B4-BE49-F238E27FC236}">
                <a16:creationId xmlns:a16="http://schemas.microsoft.com/office/drawing/2014/main" id="{1E2A4166-D9DA-414F-C295-A7D9589EE327}"/>
              </a:ext>
            </a:extLst>
          </p:cNvPr>
          <p:cNvSpPr txBox="1"/>
          <p:nvPr/>
        </p:nvSpPr>
        <p:spPr>
          <a:xfrm>
            <a:off x="304801" y="304799"/>
            <a:ext cx="8249264" cy="523220"/>
          </a:xfrm>
          <a:prstGeom prst="rect">
            <a:avLst/>
          </a:prstGeom>
          <a:noFill/>
        </p:spPr>
        <p:txBody>
          <a:bodyPr wrap="square" rtlCol="0">
            <a:spAutoFit/>
          </a:bodyPr>
          <a:lstStyle/>
          <a:p>
            <a:r>
              <a:rPr lang="en-US" sz="2800" dirty="0"/>
              <a:t>Very Long Baseline Interferometry (VLBI) :</a:t>
            </a:r>
            <a:endParaRPr lang="en-IN" sz="2800" dirty="0"/>
          </a:p>
        </p:txBody>
      </p:sp>
      <p:pic>
        <p:nvPicPr>
          <p:cNvPr id="4098" name="Picture 2" descr="On the Integration of VLBI Observations to GENESIS into Global VGOS  Operations">
            <a:extLst>
              <a:ext uri="{FF2B5EF4-FFF2-40B4-BE49-F238E27FC236}">
                <a16:creationId xmlns:a16="http://schemas.microsoft.com/office/drawing/2014/main" id="{62D60AEC-9F06-BB8A-7E41-EDB261697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561" y="2709383"/>
            <a:ext cx="6695768" cy="376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256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A62F4-AE77-58F3-22CF-41E4FD8596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85C14F-BC76-DB62-4DD5-65B549795A9A}"/>
              </a:ext>
            </a:extLst>
          </p:cNvPr>
          <p:cNvSpPr txBox="1"/>
          <p:nvPr/>
        </p:nvSpPr>
        <p:spPr>
          <a:xfrm>
            <a:off x="786581" y="1030037"/>
            <a:ext cx="10097729" cy="1754326"/>
          </a:xfrm>
          <a:prstGeom prst="rect">
            <a:avLst/>
          </a:prstGeom>
          <a:noFill/>
        </p:spPr>
        <p:txBody>
          <a:bodyPr wrap="square" rtlCol="0">
            <a:spAutoFit/>
          </a:bodyPr>
          <a:lstStyle/>
          <a:p>
            <a:r>
              <a:rPr lang="en-US" dirty="0"/>
              <a:t>The Event Horizon Telescope (EHT) is a global array of radio telescopes that uses VLBI to observe supermassive black holes with unprecedented resolution. In 2019, it produced the first-ever image of a black hole’s event horizon in galaxy M87, showing a bright ring of emission around a dark shadow. This observation confirmed key predictions of Einstein’s general relativity and offered direct visual evidence of black hole structure. The EHT continues to study the </a:t>
            </a:r>
            <a:r>
              <a:rPr lang="en-US" i="1" dirty="0"/>
              <a:t>black hole at the center of the Milky Way (Sagittarius A</a:t>
            </a:r>
            <a:r>
              <a:rPr lang="en-US" dirty="0"/>
              <a:t>), revealing dynamics near the point of no return.</a:t>
            </a:r>
          </a:p>
        </p:txBody>
      </p:sp>
      <p:sp>
        <p:nvSpPr>
          <p:cNvPr id="5" name="TextBox 4">
            <a:extLst>
              <a:ext uri="{FF2B5EF4-FFF2-40B4-BE49-F238E27FC236}">
                <a16:creationId xmlns:a16="http://schemas.microsoft.com/office/drawing/2014/main" id="{8148449B-6606-64EC-B988-18E58A339A3F}"/>
              </a:ext>
            </a:extLst>
          </p:cNvPr>
          <p:cNvSpPr txBox="1"/>
          <p:nvPr/>
        </p:nvSpPr>
        <p:spPr>
          <a:xfrm>
            <a:off x="304801" y="304799"/>
            <a:ext cx="8249264" cy="523220"/>
          </a:xfrm>
          <a:prstGeom prst="rect">
            <a:avLst/>
          </a:prstGeom>
          <a:noFill/>
        </p:spPr>
        <p:txBody>
          <a:bodyPr wrap="square" rtlCol="0">
            <a:spAutoFit/>
          </a:bodyPr>
          <a:lstStyle/>
          <a:p>
            <a:r>
              <a:rPr lang="en-US" sz="2800" dirty="0"/>
              <a:t>EHT in Observing Black Holes :</a:t>
            </a:r>
            <a:endParaRPr lang="en-IN" sz="2800" dirty="0"/>
          </a:p>
        </p:txBody>
      </p:sp>
      <p:pic>
        <p:nvPicPr>
          <p:cNvPr id="5122" name="Picture 2" descr="M87 | Black Hole, Distance, &amp; Facts | Britannica">
            <a:extLst>
              <a:ext uri="{FF2B5EF4-FFF2-40B4-BE49-F238E27FC236}">
                <a16:creationId xmlns:a16="http://schemas.microsoft.com/office/drawing/2014/main" id="{C9804CC8-B596-0386-4416-082BCD4F04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21" t="12973" r="19973" b="13202"/>
          <a:stretch>
            <a:fillRect/>
          </a:stretch>
        </p:blipFill>
        <p:spPr bwMode="auto">
          <a:xfrm>
            <a:off x="6449962" y="2784363"/>
            <a:ext cx="4454011" cy="319210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C2439D0C-A2AF-9917-8907-2C49B7FF24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452"/>
          <a:stretch>
            <a:fillRect/>
          </a:stretch>
        </p:blipFill>
        <p:spPr bwMode="auto">
          <a:xfrm>
            <a:off x="1270525" y="2784363"/>
            <a:ext cx="4454012" cy="3192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8796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297DC-45A0-C190-D5DD-F11C5AF161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85A26B-87E5-E224-D95C-D0F8A31D096A}"/>
              </a:ext>
            </a:extLst>
          </p:cNvPr>
          <p:cNvSpPr txBox="1"/>
          <p:nvPr/>
        </p:nvSpPr>
        <p:spPr>
          <a:xfrm>
            <a:off x="786581" y="1030037"/>
            <a:ext cx="10097729" cy="1477328"/>
          </a:xfrm>
          <a:prstGeom prst="rect">
            <a:avLst/>
          </a:prstGeom>
          <a:noFill/>
        </p:spPr>
        <p:txBody>
          <a:bodyPr wrap="square" rtlCol="0">
            <a:spAutoFit/>
          </a:bodyPr>
          <a:lstStyle/>
          <a:p>
            <a:r>
              <a:rPr lang="en-US" dirty="0"/>
              <a:t>You have learned the fundamentals of astronomy and how interferometric techniques—such as those used in the Giant </a:t>
            </a:r>
            <a:r>
              <a:rPr lang="en-US" dirty="0" err="1"/>
              <a:t>Metrewave</a:t>
            </a:r>
            <a:r>
              <a:rPr lang="en-US" dirty="0"/>
              <a:t> Radio Telescope (GMRT) and the Event Horizon Telescope (EHT)—help to enhance angular resolution by combining signals from multiple radio telescopes. These techniques enable detailed imaging of distant cosmic objects and have wide applications, including studying pulsars, black holes, galaxy formation, and the structure of the universe.</a:t>
            </a:r>
          </a:p>
        </p:txBody>
      </p:sp>
      <p:sp>
        <p:nvSpPr>
          <p:cNvPr id="5" name="TextBox 4">
            <a:extLst>
              <a:ext uri="{FF2B5EF4-FFF2-40B4-BE49-F238E27FC236}">
                <a16:creationId xmlns:a16="http://schemas.microsoft.com/office/drawing/2014/main" id="{3F0701A8-FA01-78A6-4805-7E80C2209963}"/>
              </a:ext>
            </a:extLst>
          </p:cNvPr>
          <p:cNvSpPr txBox="1"/>
          <p:nvPr/>
        </p:nvSpPr>
        <p:spPr>
          <a:xfrm>
            <a:off x="304801" y="304799"/>
            <a:ext cx="8249264" cy="523220"/>
          </a:xfrm>
          <a:prstGeom prst="rect">
            <a:avLst/>
          </a:prstGeom>
          <a:noFill/>
        </p:spPr>
        <p:txBody>
          <a:bodyPr wrap="square" rtlCol="0">
            <a:spAutoFit/>
          </a:bodyPr>
          <a:lstStyle/>
          <a:p>
            <a:r>
              <a:rPr lang="en-US" sz="2800" dirty="0"/>
              <a:t>Takeaway:</a:t>
            </a:r>
            <a:endParaRPr lang="en-IN" sz="2800" dirty="0"/>
          </a:p>
        </p:txBody>
      </p:sp>
    </p:spTree>
    <p:extLst>
      <p:ext uri="{BB962C8B-B14F-4D97-AF65-F5344CB8AC3E}">
        <p14:creationId xmlns:p14="http://schemas.microsoft.com/office/powerpoint/2010/main" val="2824408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1365</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Dhanush kumar</dc:creator>
  <cp:lastModifiedBy>Dhanush kumar</cp:lastModifiedBy>
  <cp:revision>1</cp:revision>
  <dcterms:created xsi:type="dcterms:W3CDTF">2025-06-24T06:30:56Z</dcterms:created>
  <dcterms:modified xsi:type="dcterms:W3CDTF">2025-06-26T14:13:35Z</dcterms:modified>
</cp:coreProperties>
</file>