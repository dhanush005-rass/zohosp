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8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27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ush kumar" userId="d6ebe682df280fac" providerId="LiveId" clId="{39D507E4-2B9D-4424-B1DA-6EAC58077270}"/>
    <pc:docChg chg="undo custSel modSld">
      <pc:chgData name="Dhanush kumar" userId="d6ebe682df280fac" providerId="LiveId" clId="{39D507E4-2B9D-4424-B1DA-6EAC58077270}" dt="2026-01-18T04:48:21.937" v="708" actId="478"/>
      <pc:docMkLst>
        <pc:docMk/>
      </pc:docMkLst>
      <pc:sldChg chg="addSp delSp modSp mod">
        <pc:chgData name="Dhanush kumar" userId="d6ebe682df280fac" providerId="LiveId" clId="{39D507E4-2B9D-4424-B1DA-6EAC58077270}" dt="2026-01-18T04:48:21.937" v="708" actId="478"/>
        <pc:sldMkLst>
          <pc:docMk/>
          <pc:sldMk cId="2985474111" sldId="256"/>
        </pc:sldMkLst>
        <pc:picChg chg="add del mod">
          <ac:chgData name="Dhanush kumar" userId="d6ebe682df280fac" providerId="LiveId" clId="{39D507E4-2B9D-4424-B1DA-6EAC58077270}" dt="2026-01-18T04:48:21.937" v="708" actId="478"/>
          <ac:picMkLst>
            <pc:docMk/>
            <pc:sldMk cId="2985474111" sldId="256"/>
            <ac:picMk id="56" creationId="{52A7CE7F-F76A-5E75-6BC2-C0E1E8982BC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12FB-F9E1-4EAD-A1D5-D585F0EEF69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869A7-5637-414E-9834-F9F2B6CDE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85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12FB-F9E1-4EAD-A1D5-D585F0EEF69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869A7-5637-414E-9834-F9F2B6CDE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010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12FB-F9E1-4EAD-A1D5-D585F0EEF69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869A7-5637-414E-9834-F9F2B6CDE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78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12FB-F9E1-4EAD-A1D5-D585F0EEF69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869A7-5637-414E-9834-F9F2B6CDE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567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12FB-F9E1-4EAD-A1D5-D585F0EEF69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869A7-5637-414E-9834-F9F2B6CDE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371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12FB-F9E1-4EAD-A1D5-D585F0EEF69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869A7-5637-414E-9834-F9F2B6CDE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759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12FB-F9E1-4EAD-A1D5-D585F0EEF69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869A7-5637-414E-9834-F9F2B6CDE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858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12FB-F9E1-4EAD-A1D5-D585F0EEF69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869A7-5637-414E-9834-F9F2B6CDE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042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12FB-F9E1-4EAD-A1D5-D585F0EEF69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869A7-5637-414E-9834-F9F2B6CDE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076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12FB-F9E1-4EAD-A1D5-D585F0EEF69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869A7-5637-414E-9834-F9F2B6CDE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512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12FB-F9E1-4EAD-A1D5-D585F0EEF69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869A7-5637-414E-9834-F9F2B6CDE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471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C12FB-F9E1-4EAD-A1D5-D585F0EEF69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869A7-5637-414E-9834-F9F2B6CDE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419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svg"/><Relationship Id="rId15" Type="http://schemas.openxmlformats.org/officeDocument/2006/relationships/image" Target="../media/image13.png"/><Relationship Id="rId10" Type="http://schemas.openxmlformats.org/officeDocument/2006/relationships/hyperlink" Target="http://www.linkedin.com/in/dhanush-kumar-g-752191246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7F3AAA-852F-F98D-7A79-2B4F210731C0}"/>
              </a:ext>
            </a:extLst>
          </p:cNvPr>
          <p:cNvSpPr txBox="1"/>
          <p:nvPr/>
        </p:nvSpPr>
        <p:spPr>
          <a:xfrm>
            <a:off x="365760" y="411480"/>
            <a:ext cx="34213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/>
              <a:t>DHANUSH KUMAR 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DA1441-D28C-F046-6C6E-A3D415FBED1F}"/>
              </a:ext>
            </a:extLst>
          </p:cNvPr>
          <p:cNvSpPr txBox="1"/>
          <p:nvPr/>
        </p:nvSpPr>
        <p:spPr>
          <a:xfrm>
            <a:off x="365760" y="768350"/>
            <a:ext cx="3794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58EFF"/>
                </a:solidFill>
              </a:rPr>
              <a:t>B.E Electrical and Electronics Engineer</a:t>
            </a:r>
          </a:p>
        </p:txBody>
      </p:sp>
      <p:pic>
        <p:nvPicPr>
          <p:cNvPr id="7" name="Graphic 6" descr="Map with pin with solid fill">
            <a:extLst>
              <a:ext uri="{FF2B5EF4-FFF2-40B4-BE49-F238E27FC236}">
                <a16:creationId xmlns:a16="http://schemas.microsoft.com/office/drawing/2014/main" id="{518A3799-40F7-037D-CF74-BC2E00AE0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9057" y="1205667"/>
            <a:ext cx="170993" cy="170993"/>
          </a:xfrm>
          <a:prstGeom prst="rect">
            <a:avLst/>
          </a:prstGeom>
        </p:spPr>
      </p:pic>
      <p:pic>
        <p:nvPicPr>
          <p:cNvPr id="9" name="Graphic 8" descr="Envelope with solid fill">
            <a:extLst>
              <a:ext uri="{FF2B5EF4-FFF2-40B4-BE49-F238E27FC236}">
                <a16:creationId xmlns:a16="http://schemas.microsoft.com/office/drawing/2014/main" id="{66C9AAFF-29EB-D601-82C9-21E33C536A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5812" y="1076127"/>
            <a:ext cx="170993" cy="170993"/>
          </a:xfrm>
          <a:prstGeom prst="rect">
            <a:avLst/>
          </a:prstGeom>
        </p:spPr>
      </p:pic>
      <p:pic>
        <p:nvPicPr>
          <p:cNvPr id="11" name="Graphic 10" descr="Receiver with solid fill">
            <a:extLst>
              <a:ext uri="{FF2B5EF4-FFF2-40B4-BE49-F238E27FC236}">
                <a16:creationId xmlns:a16="http://schemas.microsoft.com/office/drawing/2014/main" id="{799D403A-E905-9460-75DB-DE15509DC6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9580" y="1093907"/>
            <a:ext cx="128727" cy="128727"/>
          </a:xfrm>
          <a:prstGeom prst="rect">
            <a:avLst/>
          </a:prstGeom>
        </p:spPr>
      </p:pic>
      <p:pic>
        <p:nvPicPr>
          <p:cNvPr id="16" name="Graphic 15" descr="Paperclip with solid fill">
            <a:extLst>
              <a:ext uri="{FF2B5EF4-FFF2-40B4-BE49-F238E27FC236}">
                <a16:creationId xmlns:a16="http://schemas.microsoft.com/office/drawing/2014/main" id="{1D5A308A-9EA3-BFDB-657B-6CFC4E1D50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3568" y="1242319"/>
            <a:ext cx="170993" cy="17099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EFC1FF-5A93-17D1-A595-CE73F5A07A59}"/>
              </a:ext>
            </a:extLst>
          </p:cNvPr>
          <p:cNvSpPr txBox="1"/>
          <p:nvPr/>
        </p:nvSpPr>
        <p:spPr>
          <a:xfrm>
            <a:off x="498297" y="1056779"/>
            <a:ext cx="26119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+91 82485 74408         gdhanushkumar2005@gmail.com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24652-78E1-48FC-DFE6-2659B43779F5}"/>
              </a:ext>
            </a:extLst>
          </p:cNvPr>
          <p:cNvSpPr txBox="1"/>
          <p:nvPr/>
        </p:nvSpPr>
        <p:spPr>
          <a:xfrm>
            <a:off x="497027" y="1192154"/>
            <a:ext cx="37612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0"/>
              </a:rPr>
              <a:t>www.linkedin.com/in/dhanush-kumar-g-752191246</a:t>
            </a:r>
            <a:r>
              <a:rPr lang="en-IN" sz="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IN" sz="800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Srivilliputtur</a:t>
            </a:r>
            <a:r>
              <a:rPr lang="en-IN" sz="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Tamil Nadu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5FFCEB-86D5-0A12-D476-DE0E70152C82}"/>
              </a:ext>
            </a:extLst>
          </p:cNvPr>
          <p:cNvSpPr txBox="1"/>
          <p:nvPr/>
        </p:nvSpPr>
        <p:spPr>
          <a:xfrm>
            <a:off x="361950" y="1691640"/>
            <a:ext cx="2446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EXECUTIVE SUMMARY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F52A3A-3C3B-F2F7-0565-87F367193EE8}"/>
              </a:ext>
            </a:extLst>
          </p:cNvPr>
          <p:cNvCxnSpPr/>
          <p:nvPr/>
        </p:nvCxnSpPr>
        <p:spPr>
          <a:xfrm>
            <a:off x="449580" y="1946910"/>
            <a:ext cx="33451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9F78FF-F2E7-2295-4154-6AF68EF36030}"/>
              </a:ext>
            </a:extLst>
          </p:cNvPr>
          <p:cNvCxnSpPr/>
          <p:nvPr/>
        </p:nvCxnSpPr>
        <p:spPr>
          <a:xfrm>
            <a:off x="450570" y="7646266"/>
            <a:ext cx="33451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F723FF8-EF30-5300-84FC-3B55102F660F}"/>
              </a:ext>
            </a:extLst>
          </p:cNvPr>
          <p:cNvCxnSpPr/>
          <p:nvPr/>
        </p:nvCxnSpPr>
        <p:spPr>
          <a:xfrm>
            <a:off x="430877" y="5814822"/>
            <a:ext cx="33451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1BFC3BE-D1D8-D688-2437-695C211F23C3}"/>
              </a:ext>
            </a:extLst>
          </p:cNvPr>
          <p:cNvCxnSpPr>
            <a:cxnSpLocks/>
          </p:cNvCxnSpPr>
          <p:nvPr/>
        </p:nvCxnSpPr>
        <p:spPr>
          <a:xfrm>
            <a:off x="4180840" y="7009108"/>
            <a:ext cx="2205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5BCF4EA-DADA-722F-5C0D-913F48B61BB8}"/>
              </a:ext>
            </a:extLst>
          </p:cNvPr>
          <p:cNvCxnSpPr>
            <a:cxnSpLocks/>
          </p:cNvCxnSpPr>
          <p:nvPr/>
        </p:nvCxnSpPr>
        <p:spPr>
          <a:xfrm>
            <a:off x="4194810" y="5848334"/>
            <a:ext cx="2205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378B6B3-1EFA-6851-2585-0BC6F18DE5D6}"/>
              </a:ext>
            </a:extLst>
          </p:cNvPr>
          <p:cNvCxnSpPr>
            <a:cxnSpLocks/>
          </p:cNvCxnSpPr>
          <p:nvPr/>
        </p:nvCxnSpPr>
        <p:spPr>
          <a:xfrm>
            <a:off x="4192905" y="4098600"/>
            <a:ext cx="2205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8E48905-977A-FFC8-D628-FF7F2766E75B}"/>
              </a:ext>
            </a:extLst>
          </p:cNvPr>
          <p:cNvCxnSpPr>
            <a:cxnSpLocks/>
          </p:cNvCxnSpPr>
          <p:nvPr/>
        </p:nvCxnSpPr>
        <p:spPr>
          <a:xfrm>
            <a:off x="4183380" y="1946910"/>
            <a:ext cx="2205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7CC3698-2820-2303-B4BC-C41EB90DD31E}"/>
              </a:ext>
            </a:extLst>
          </p:cNvPr>
          <p:cNvSpPr txBox="1"/>
          <p:nvPr/>
        </p:nvSpPr>
        <p:spPr>
          <a:xfrm>
            <a:off x="370560" y="7390996"/>
            <a:ext cx="2446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EDUCATION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C3A593-ED0E-7508-E926-CC6C480DF6BE}"/>
              </a:ext>
            </a:extLst>
          </p:cNvPr>
          <p:cNvSpPr txBox="1"/>
          <p:nvPr/>
        </p:nvSpPr>
        <p:spPr>
          <a:xfrm>
            <a:off x="4116967" y="5590882"/>
            <a:ext cx="2446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LANGUAGES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2F3DD3-D16E-0569-3384-6D1F55260EB1}"/>
              </a:ext>
            </a:extLst>
          </p:cNvPr>
          <p:cNvSpPr txBox="1"/>
          <p:nvPr/>
        </p:nvSpPr>
        <p:spPr>
          <a:xfrm>
            <a:off x="4101473" y="2588042"/>
            <a:ext cx="2446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COURSES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115806-A89F-9082-D6A6-F99DA8B7933E}"/>
              </a:ext>
            </a:extLst>
          </p:cNvPr>
          <p:cNvSpPr txBox="1"/>
          <p:nvPr/>
        </p:nvSpPr>
        <p:spPr>
          <a:xfrm>
            <a:off x="369917" y="5560822"/>
            <a:ext cx="2446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TRAINING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51032B-CB73-4FFF-2AA8-3B1042B0441A}"/>
              </a:ext>
            </a:extLst>
          </p:cNvPr>
          <p:cNvSpPr txBox="1"/>
          <p:nvPr/>
        </p:nvSpPr>
        <p:spPr>
          <a:xfrm>
            <a:off x="4095750" y="1691640"/>
            <a:ext cx="2446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KEY ACHIEVEMENTS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9C3E86-B9CD-F86E-CC78-8B4B7791BF39}"/>
              </a:ext>
            </a:extLst>
          </p:cNvPr>
          <p:cNvSpPr txBox="1"/>
          <p:nvPr/>
        </p:nvSpPr>
        <p:spPr>
          <a:xfrm>
            <a:off x="4103370" y="3845235"/>
            <a:ext cx="2446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SKILLS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4A1496-5F3D-F151-86EB-54ADBD747176}"/>
              </a:ext>
            </a:extLst>
          </p:cNvPr>
          <p:cNvSpPr txBox="1"/>
          <p:nvPr/>
        </p:nvSpPr>
        <p:spPr>
          <a:xfrm>
            <a:off x="358140" y="2939288"/>
            <a:ext cx="2446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PROJECTS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9642F7-92A1-53EC-7F84-D85B83054524}"/>
              </a:ext>
            </a:extLst>
          </p:cNvPr>
          <p:cNvSpPr txBox="1"/>
          <p:nvPr/>
        </p:nvSpPr>
        <p:spPr>
          <a:xfrm>
            <a:off x="4093210" y="6752314"/>
            <a:ext cx="2446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CERTIFICATIONS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57872A-2B7E-EBC7-E1FD-4E4CCE7EB412}"/>
              </a:ext>
            </a:extLst>
          </p:cNvPr>
          <p:cNvSpPr txBox="1"/>
          <p:nvPr/>
        </p:nvSpPr>
        <p:spPr>
          <a:xfrm>
            <a:off x="369570" y="1988970"/>
            <a:ext cx="33566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 am a motivated B.E. Electrical and Electronics Engineering student with a strong foundation in problem-solving, circuit design, and software development. Passionate about integrating hardware and software for real-world applications, I am eager to contribute to innovative technology solutions in both electronics and IT environments. My training and projects have equipped me with valuable skills that I am excited to apply in the tech field.</a:t>
            </a:r>
            <a:endParaRPr lang="en-IN" sz="8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EA768B-579D-9425-DF8C-9B434B067488}"/>
              </a:ext>
            </a:extLst>
          </p:cNvPr>
          <p:cNvSpPr txBox="1"/>
          <p:nvPr/>
        </p:nvSpPr>
        <p:spPr>
          <a:xfrm>
            <a:off x="362940" y="7671249"/>
            <a:ext cx="4015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B.E. Electrical and Electronics Engineering        </a:t>
            </a:r>
            <a:r>
              <a:rPr lang="en-IN" sz="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CGPA-7.39</a:t>
            </a:r>
          </a:p>
          <a:p>
            <a:r>
              <a:rPr lang="en-IN" sz="1000" b="1" dirty="0">
                <a:solidFill>
                  <a:srgbClr val="058EFF"/>
                </a:solidFill>
              </a:rPr>
              <a:t>MEPCO Schlenk Engineering College</a:t>
            </a:r>
          </a:p>
          <a:p>
            <a:r>
              <a:rPr lang="en-IN" sz="1000" b="1" dirty="0">
                <a:solidFill>
                  <a:srgbClr val="058EFF"/>
                </a:solidFill>
              </a:rPr>
              <a:t>     </a:t>
            </a:r>
            <a:r>
              <a:rPr lang="en-IN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2022 – 2026</a:t>
            </a:r>
            <a:r>
              <a:rPr lang="en-IN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</a:t>
            </a:r>
            <a:r>
              <a:rPr lang="en-IN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Sivakasi</a:t>
            </a:r>
          </a:p>
        </p:txBody>
      </p:sp>
      <p:pic>
        <p:nvPicPr>
          <p:cNvPr id="42" name="Graphic 41" descr="Marker with solid fill">
            <a:extLst>
              <a:ext uri="{FF2B5EF4-FFF2-40B4-BE49-F238E27FC236}">
                <a16:creationId xmlns:a16="http://schemas.microsoft.com/office/drawing/2014/main" id="{D29FEB43-7A6B-5BF9-D041-8C5D239D7AD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9705" y="8075544"/>
            <a:ext cx="123825" cy="123825"/>
          </a:xfrm>
          <a:prstGeom prst="rect">
            <a:avLst/>
          </a:prstGeom>
        </p:spPr>
      </p:pic>
      <p:pic>
        <p:nvPicPr>
          <p:cNvPr id="44" name="Graphic 43" descr="Daily calendar with solid fill">
            <a:extLst>
              <a:ext uri="{FF2B5EF4-FFF2-40B4-BE49-F238E27FC236}">
                <a16:creationId xmlns:a16="http://schemas.microsoft.com/office/drawing/2014/main" id="{2EB04898-FD3B-6FB5-FDCC-6AF2CC6510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6715" y="8073143"/>
            <a:ext cx="123825" cy="12382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1387C60-641D-C1B1-0CF4-365CC9BF77E8}"/>
              </a:ext>
            </a:extLst>
          </p:cNvPr>
          <p:cNvSpPr txBox="1"/>
          <p:nvPr/>
        </p:nvSpPr>
        <p:spPr>
          <a:xfrm>
            <a:off x="362940" y="8288469"/>
            <a:ext cx="4015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HSC                                                                           </a:t>
            </a:r>
            <a:r>
              <a:rPr lang="en-IN" sz="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83%</a:t>
            </a:r>
            <a:endParaRPr lang="en-IN" sz="1200" dirty="0"/>
          </a:p>
          <a:p>
            <a:r>
              <a:rPr lang="en-IN" sz="1000" b="1" dirty="0">
                <a:solidFill>
                  <a:srgbClr val="058EFF"/>
                </a:solidFill>
              </a:rPr>
              <a:t>Srivi Lions Matric. HRS. Sec. School</a:t>
            </a:r>
          </a:p>
          <a:p>
            <a:r>
              <a:rPr lang="en-IN" sz="1000" b="1" dirty="0">
                <a:solidFill>
                  <a:srgbClr val="058EFF"/>
                </a:solidFill>
              </a:rPr>
              <a:t>     </a:t>
            </a:r>
            <a:r>
              <a:rPr lang="en-IN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2021 – 2022 </a:t>
            </a:r>
            <a:r>
              <a:rPr lang="en-IN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</a:t>
            </a:r>
            <a:r>
              <a:rPr lang="en-IN" sz="8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Srivilliputtur</a:t>
            </a:r>
            <a:endParaRPr lang="en-IN" sz="8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6" name="Graphic 45" descr="Marker with solid fill">
            <a:extLst>
              <a:ext uri="{FF2B5EF4-FFF2-40B4-BE49-F238E27FC236}">
                <a16:creationId xmlns:a16="http://schemas.microsoft.com/office/drawing/2014/main" id="{67FCA184-4040-D42D-5C66-B0FADCD827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9705" y="8692764"/>
            <a:ext cx="123825" cy="123825"/>
          </a:xfrm>
          <a:prstGeom prst="rect">
            <a:avLst/>
          </a:prstGeom>
        </p:spPr>
      </p:pic>
      <p:pic>
        <p:nvPicPr>
          <p:cNvPr id="47" name="Graphic 46" descr="Daily calendar with solid fill">
            <a:extLst>
              <a:ext uri="{FF2B5EF4-FFF2-40B4-BE49-F238E27FC236}">
                <a16:creationId xmlns:a16="http://schemas.microsoft.com/office/drawing/2014/main" id="{1775DA9E-8C0C-325B-CB5B-EF5B06697CA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6715" y="8690363"/>
            <a:ext cx="123825" cy="12382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5C61197-3BC0-6B6F-2E0E-3B4AEC191888}"/>
              </a:ext>
            </a:extLst>
          </p:cNvPr>
          <p:cNvSpPr txBox="1"/>
          <p:nvPr/>
        </p:nvSpPr>
        <p:spPr>
          <a:xfrm>
            <a:off x="362940" y="8901879"/>
            <a:ext cx="4015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SSC                                                                           </a:t>
            </a:r>
            <a:r>
              <a:rPr lang="en-IN" sz="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72%</a:t>
            </a:r>
            <a:endParaRPr lang="en-IN" sz="1200" dirty="0"/>
          </a:p>
          <a:p>
            <a:r>
              <a:rPr lang="en-IN" sz="1000" b="1" dirty="0">
                <a:solidFill>
                  <a:srgbClr val="058EFF"/>
                </a:solidFill>
              </a:rPr>
              <a:t>Srivi Lions Matric. HRS. Sec. School</a:t>
            </a:r>
          </a:p>
          <a:p>
            <a:r>
              <a:rPr lang="en-IN" sz="1000" b="1" dirty="0">
                <a:solidFill>
                  <a:srgbClr val="058EFF"/>
                </a:solidFill>
              </a:rPr>
              <a:t>     </a:t>
            </a:r>
            <a:r>
              <a:rPr lang="en-IN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2019 – 2020</a:t>
            </a:r>
            <a:r>
              <a:rPr lang="en-IN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</a:t>
            </a:r>
            <a:r>
              <a:rPr lang="en-IN" sz="8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Srivilliputtur</a:t>
            </a:r>
            <a:endParaRPr lang="en-IN" sz="8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9" name="Graphic 48" descr="Marker with solid fill">
            <a:extLst>
              <a:ext uri="{FF2B5EF4-FFF2-40B4-BE49-F238E27FC236}">
                <a16:creationId xmlns:a16="http://schemas.microsoft.com/office/drawing/2014/main" id="{7782D6EB-5E4C-7CAB-50C1-BE2A70A811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9705" y="9306174"/>
            <a:ext cx="123825" cy="123825"/>
          </a:xfrm>
          <a:prstGeom prst="rect">
            <a:avLst/>
          </a:prstGeom>
        </p:spPr>
      </p:pic>
      <p:pic>
        <p:nvPicPr>
          <p:cNvPr id="50" name="Graphic 49" descr="Daily calendar with solid fill">
            <a:extLst>
              <a:ext uri="{FF2B5EF4-FFF2-40B4-BE49-F238E27FC236}">
                <a16:creationId xmlns:a16="http://schemas.microsoft.com/office/drawing/2014/main" id="{5DB40A02-8808-1241-CD4B-2C6034CFB12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6715" y="9303773"/>
            <a:ext cx="123825" cy="12382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E2B36DA9-8576-2D4B-5F65-539371B26E71}"/>
              </a:ext>
            </a:extLst>
          </p:cNvPr>
          <p:cNvSpPr txBox="1"/>
          <p:nvPr/>
        </p:nvSpPr>
        <p:spPr>
          <a:xfrm>
            <a:off x="358358" y="8137756"/>
            <a:ext cx="3578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2">
                    <a:lumMod val="90000"/>
                  </a:schemeClr>
                </a:solidFill>
              </a:rPr>
              <a:t>------------------------------------------------------------------------------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C94750-9C12-0355-9F3E-7E2187E846A2}"/>
              </a:ext>
            </a:extLst>
          </p:cNvPr>
          <p:cNvSpPr txBox="1"/>
          <p:nvPr/>
        </p:nvSpPr>
        <p:spPr>
          <a:xfrm>
            <a:off x="358358" y="8751166"/>
            <a:ext cx="3578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2">
                    <a:lumMod val="90000"/>
                  </a:schemeClr>
                </a:solidFill>
              </a:rPr>
              <a:t>------------------------------------------------------------------------------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5DA3D5-9917-5FCC-00C3-FBE49D47D980}"/>
              </a:ext>
            </a:extLst>
          </p:cNvPr>
          <p:cNvSpPr txBox="1"/>
          <p:nvPr/>
        </p:nvSpPr>
        <p:spPr>
          <a:xfrm>
            <a:off x="4169545" y="5871709"/>
            <a:ext cx="168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   Tamil</a:t>
            </a:r>
          </a:p>
          <a:p>
            <a:endParaRPr lang="en-IN" sz="8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ECE0E1-88E2-6671-2ACB-5E39A23A6E78}"/>
              </a:ext>
            </a:extLst>
          </p:cNvPr>
          <p:cNvSpPr txBox="1"/>
          <p:nvPr/>
        </p:nvSpPr>
        <p:spPr>
          <a:xfrm>
            <a:off x="4169545" y="6502645"/>
            <a:ext cx="168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   English</a:t>
            </a:r>
          </a:p>
          <a:p>
            <a:endParaRPr lang="en-IN" sz="8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456AD0E-1248-AD92-63C7-43C735C37A9D}"/>
              </a:ext>
            </a:extLst>
          </p:cNvPr>
          <p:cNvSpPr txBox="1"/>
          <p:nvPr/>
        </p:nvSpPr>
        <p:spPr>
          <a:xfrm>
            <a:off x="4169164" y="6190606"/>
            <a:ext cx="168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   Telugu</a:t>
            </a:r>
          </a:p>
          <a:p>
            <a:endParaRPr lang="en-IN" sz="8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5B3232-0E61-FFE6-59B4-CF6A110E5BDC}"/>
              </a:ext>
            </a:extLst>
          </p:cNvPr>
          <p:cNvSpPr txBox="1"/>
          <p:nvPr/>
        </p:nvSpPr>
        <p:spPr>
          <a:xfrm>
            <a:off x="4105272" y="6031318"/>
            <a:ext cx="27527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2">
                    <a:lumMod val="90000"/>
                  </a:schemeClr>
                </a:solidFill>
              </a:rPr>
              <a:t>----------------------------------------------------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24D116-2321-4349-5EAB-218739B9F64D}"/>
              </a:ext>
            </a:extLst>
          </p:cNvPr>
          <p:cNvSpPr txBox="1"/>
          <p:nvPr/>
        </p:nvSpPr>
        <p:spPr>
          <a:xfrm>
            <a:off x="4151501" y="2853472"/>
            <a:ext cx="21267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rgbClr val="058EFF"/>
                </a:solidFill>
              </a:rPr>
              <a:t>Programming in Java </a:t>
            </a:r>
            <a:r>
              <a:rPr lang="en-IN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(NPTEL)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A43940-1DEE-580A-400E-11F7BBD01DD8}"/>
              </a:ext>
            </a:extLst>
          </p:cNvPr>
          <p:cNvSpPr txBox="1"/>
          <p:nvPr/>
        </p:nvSpPr>
        <p:spPr>
          <a:xfrm>
            <a:off x="4156581" y="3143032"/>
            <a:ext cx="21267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rgbClr val="058EFF"/>
                </a:solidFill>
              </a:rPr>
              <a:t>C Programming  </a:t>
            </a:r>
            <a:r>
              <a:rPr lang="en-IN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(ALPHA)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84EA86-C17C-451A-6581-445355933DE2}"/>
              </a:ext>
            </a:extLst>
          </p:cNvPr>
          <p:cNvSpPr txBox="1"/>
          <p:nvPr/>
        </p:nvSpPr>
        <p:spPr>
          <a:xfrm>
            <a:off x="4157985" y="3674852"/>
            <a:ext cx="23127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rgbClr val="058EFF"/>
                </a:solidFill>
              </a:rPr>
              <a:t>Solved 150+ Problems in Hacker rank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149A7A8-030C-BEF3-F1F5-781F565107F3}"/>
              </a:ext>
            </a:extLst>
          </p:cNvPr>
          <p:cNvSpPr txBox="1"/>
          <p:nvPr/>
        </p:nvSpPr>
        <p:spPr>
          <a:xfrm>
            <a:off x="4164200" y="3414200"/>
            <a:ext cx="2446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rgbClr val="058EFF"/>
                </a:solidFill>
              </a:rPr>
              <a:t>Joy of Computing Using Python </a:t>
            </a:r>
            <a:r>
              <a:rPr lang="en-IN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(NPTEL)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68AF29D-DAD8-54C9-E148-DF355C84F3BD}"/>
              </a:ext>
            </a:extLst>
          </p:cNvPr>
          <p:cNvSpPr txBox="1"/>
          <p:nvPr/>
        </p:nvSpPr>
        <p:spPr>
          <a:xfrm>
            <a:off x="4072760" y="2979202"/>
            <a:ext cx="2922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2">
                    <a:lumMod val="90000"/>
                  </a:schemeClr>
                </a:solidFill>
              </a:rPr>
              <a:t>----------------------------------------------------</a:t>
            </a:r>
          </a:p>
        </p:txBody>
      </p:sp>
      <p:pic>
        <p:nvPicPr>
          <p:cNvPr id="81" name="Graphic 80" descr="Lightning bolt with solid fill">
            <a:extLst>
              <a:ext uri="{FF2B5EF4-FFF2-40B4-BE49-F238E27FC236}">
                <a16:creationId xmlns:a16="http://schemas.microsoft.com/office/drawing/2014/main" id="{1F4F65A0-74D9-C27F-A391-325BDAE24DF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94210" y="2026539"/>
            <a:ext cx="210149" cy="210149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602F5BDD-6A8F-7CAE-7E20-519A8915D4E1}"/>
              </a:ext>
            </a:extLst>
          </p:cNvPr>
          <p:cNvSpPr txBox="1"/>
          <p:nvPr/>
        </p:nvSpPr>
        <p:spPr>
          <a:xfrm>
            <a:off x="4392930" y="1950339"/>
            <a:ext cx="217932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00" b="1" dirty="0"/>
              <a:t>Finalist Smart India Hackathon 2024</a:t>
            </a:r>
          </a:p>
          <a:p>
            <a:r>
              <a:rPr lang="en-US" sz="800" dirty="0"/>
              <a:t>Selected among top teams nationwide to present a tech solution in the Grand Finale round</a:t>
            </a:r>
          </a:p>
          <a:p>
            <a:endParaRPr lang="en-IN" sz="10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6040643-6D8D-68F0-E790-2405B7D4BD8D}"/>
              </a:ext>
            </a:extLst>
          </p:cNvPr>
          <p:cNvSpPr txBox="1"/>
          <p:nvPr/>
        </p:nvSpPr>
        <p:spPr>
          <a:xfrm>
            <a:off x="4164329" y="4178610"/>
            <a:ext cx="23986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C/C++               Java                 Python</a:t>
            </a:r>
          </a:p>
          <a:p>
            <a:endParaRPr lang="en-IN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HTML        Spring Boot        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1F6844F-9F18-7DC9-D2CF-7C0CD2FA10E1}"/>
              </a:ext>
            </a:extLst>
          </p:cNvPr>
          <p:cNvCxnSpPr>
            <a:cxnSpLocks/>
          </p:cNvCxnSpPr>
          <p:nvPr/>
        </p:nvCxnSpPr>
        <p:spPr>
          <a:xfrm>
            <a:off x="4204970" y="4417509"/>
            <a:ext cx="48196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DB15F22-7CC9-5333-0423-EB0F35B4B437}"/>
              </a:ext>
            </a:extLst>
          </p:cNvPr>
          <p:cNvCxnSpPr>
            <a:cxnSpLocks/>
          </p:cNvCxnSpPr>
          <p:nvPr/>
        </p:nvCxnSpPr>
        <p:spPr>
          <a:xfrm>
            <a:off x="4926330" y="4417509"/>
            <a:ext cx="48196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B2D66B8-AC1E-B878-4CA5-9C7F01F0DC53}"/>
              </a:ext>
            </a:extLst>
          </p:cNvPr>
          <p:cNvCxnSpPr>
            <a:cxnSpLocks/>
          </p:cNvCxnSpPr>
          <p:nvPr/>
        </p:nvCxnSpPr>
        <p:spPr>
          <a:xfrm>
            <a:off x="5724525" y="4417509"/>
            <a:ext cx="48196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60A1BC5-2B23-9379-67B1-6D69A911637F}"/>
              </a:ext>
            </a:extLst>
          </p:cNvPr>
          <p:cNvCxnSpPr>
            <a:cxnSpLocks/>
          </p:cNvCxnSpPr>
          <p:nvPr/>
        </p:nvCxnSpPr>
        <p:spPr>
          <a:xfrm>
            <a:off x="5238242" y="5578785"/>
            <a:ext cx="879348" cy="8893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1D37EDE-1F1E-2A60-DA8D-936BA85C77BA}"/>
              </a:ext>
            </a:extLst>
          </p:cNvPr>
          <p:cNvCxnSpPr>
            <a:cxnSpLocks/>
          </p:cNvCxnSpPr>
          <p:nvPr/>
        </p:nvCxnSpPr>
        <p:spPr>
          <a:xfrm>
            <a:off x="4181475" y="4713915"/>
            <a:ext cx="57340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CFACDC6F-8A62-8E80-648E-6E67BCD73A6E}"/>
              </a:ext>
            </a:extLst>
          </p:cNvPr>
          <p:cNvSpPr txBox="1"/>
          <p:nvPr/>
        </p:nvSpPr>
        <p:spPr>
          <a:xfrm>
            <a:off x="4098290" y="4729468"/>
            <a:ext cx="2446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TOOLS &amp; TECHNOLOGIES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E36C564-6207-0721-008E-9B4C6002A014}"/>
              </a:ext>
            </a:extLst>
          </p:cNvPr>
          <p:cNvSpPr txBox="1"/>
          <p:nvPr/>
        </p:nvSpPr>
        <p:spPr>
          <a:xfrm>
            <a:off x="4164330" y="5040618"/>
            <a:ext cx="22783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KiCad</a:t>
            </a:r>
            <a:r>
              <a:rPr lang="en-IN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    Arduino             </a:t>
            </a:r>
            <a:r>
              <a:rPr lang="en-IN" sz="1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Filmora</a:t>
            </a:r>
            <a:endParaRPr lang="en-IN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IN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sz="1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Edge Impulse               Photoshop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74F877A-AC74-C733-CF18-041CCE9CFA23}"/>
              </a:ext>
            </a:extLst>
          </p:cNvPr>
          <p:cNvCxnSpPr>
            <a:cxnSpLocks/>
          </p:cNvCxnSpPr>
          <p:nvPr/>
        </p:nvCxnSpPr>
        <p:spPr>
          <a:xfrm>
            <a:off x="4164330" y="5279517"/>
            <a:ext cx="48196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F864FBD-60D3-1420-CD53-FBA70A3E92D8}"/>
              </a:ext>
            </a:extLst>
          </p:cNvPr>
          <p:cNvCxnSpPr>
            <a:cxnSpLocks/>
          </p:cNvCxnSpPr>
          <p:nvPr/>
        </p:nvCxnSpPr>
        <p:spPr>
          <a:xfrm>
            <a:off x="4926330" y="5279517"/>
            <a:ext cx="48196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C5BB5DE-F1CD-FB35-62D7-A101B98E8B66}"/>
              </a:ext>
            </a:extLst>
          </p:cNvPr>
          <p:cNvCxnSpPr>
            <a:cxnSpLocks/>
          </p:cNvCxnSpPr>
          <p:nvPr/>
        </p:nvCxnSpPr>
        <p:spPr>
          <a:xfrm>
            <a:off x="5724525" y="5279517"/>
            <a:ext cx="48196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D35E8A5-9EAA-B8AC-5400-54B748390847}"/>
              </a:ext>
            </a:extLst>
          </p:cNvPr>
          <p:cNvCxnSpPr>
            <a:cxnSpLocks/>
          </p:cNvCxnSpPr>
          <p:nvPr/>
        </p:nvCxnSpPr>
        <p:spPr>
          <a:xfrm>
            <a:off x="4166870" y="5572113"/>
            <a:ext cx="920115" cy="649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27777E4-5291-A56D-9DDE-B1AD682F161D}"/>
              </a:ext>
            </a:extLst>
          </p:cNvPr>
          <p:cNvCxnSpPr>
            <a:cxnSpLocks/>
          </p:cNvCxnSpPr>
          <p:nvPr/>
        </p:nvCxnSpPr>
        <p:spPr>
          <a:xfrm>
            <a:off x="4194810" y="4987278"/>
            <a:ext cx="2205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CFCA85F7-F9B4-6E95-82FB-EA34BB96D216}"/>
              </a:ext>
            </a:extLst>
          </p:cNvPr>
          <p:cNvSpPr txBox="1"/>
          <p:nvPr/>
        </p:nvSpPr>
        <p:spPr>
          <a:xfrm>
            <a:off x="344805" y="3303327"/>
            <a:ext cx="343154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rgbClr val="058EFF"/>
                </a:solidFill>
              </a:rPr>
              <a:t>Dumper Tyre Management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Role: Sensor Calibration, UI Designer, </a:t>
            </a:r>
            <a:r>
              <a:rPr lang="en-US" sz="900"/>
              <a:t>and API </a:t>
            </a:r>
            <a:r>
              <a:rPr lang="en-US" sz="900" dirty="0"/>
              <a:t>Developer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Designed and implemented a real-time tire health monitoring system for heavy-duty dumpers to prevent accidents caused by tire failure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Utilized React Native, Spring Boot, MySQL, ESP32, Photoshop, Arduino IDE, and sensors</a:t>
            </a:r>
          </a:p>
          <a:p>
            <a:pPr>
              <a:lnSpc>
                <a:spcPct val="250000"/>
              </a:lnSpc>
            </a:pPr>
            <a:r>
              <a:rPr lang="en-IN" sz="1200" b="1" dirty="0">
                <a:solidFill>
                  <a:srgbClr val="058EFF"/>
                </a:solidFill>
              </a:rPr>
              <a:t>Portfolio Website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Role: Developed &amp; Designed Code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Designed and implemented a personal portfolio website  Managed version control throughout the development process  Published the live site via Netlify for public access</a:t>
            </a:r>
            <a:endParaRPr lang="en-IN" sz="9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045DD72-993C-9C48-4B80-6CB05B5AA767}"/>
              </a:ext>
            </a:extLst>
          </p:cNvPr>
          <p:cNvSpPr txBox="1"/>
          <p:nvPr/>
        </p:nvSpPr>
        <p:spPr>
          <a:xfrm>
            <a:off x="351780" y="4437634"/>
            <a:ext cx="37109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2">
                    <a:lumMod val="90000"/>
                  </a:schemeClr>
                </a:solidFill>
              </a:rPr>
              <a:t>-----------------------------------------------------------------------------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7EBFC7C-0B78-D23A-C22B-46E6A3FCC86A}"/>
              </a:ext>
            </a:extLst>
          </p:cNvPr>
          <p:cNvSpPr txBox="1"/>
          <p:nvPr/>
        </p:nvSpPr>
        <p:spPr>
          <a:xfrm>
            <a:off x="386062" y="5759379"/>
            <a:ext cx="316139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b="1" dirty="0"/>
              <a:t>In-plant Training </a:t>
            </a:r>
            <a:r>
              <a:rPr lang="en-IN" sz="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</a:t>
            </a:r>
            <a:r>
              <a:rPr lang="en-IN" sz="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06/2025</a:t>
            </a:r>
          </a:p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rgbClr val="058EFF"/>
                </a:solidFill>
              </a:rPr>
              <a:t>Indian Institute of Astrophysics     </a:t>
            </a:r>
            <a:r>
              <a:rPr lang="en-IN" sz="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Kodaikanal</a:t>
            </a:r>
          </a:p>
          <a:p>
            <a:r>
              <a:rPr lang="en-US" sz="900" dirty="0"/>
              <a:t>Focused on advanced astrophysics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/>
              <a:t>Completed a short-term in-plant training focused on radio interferometry and its application in astrophysics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/>
              <a:t>Gained exposure to how coordinated telescope arrays are used to capture high-resolution images of celestial objects, including black holes, through techniques employed by systems like the Event Horizon Telescope (EHT)</a:t>
            </a:r>
            <a:endParaRPr lang="en-IN" sz="900" dirty="0"/>
          </a:p>
        </p:txBody>
      </p:sp>
      <p:pic>
        <p:nvPicPr>
          <p:cNvPr id="2" name="Graphic 1" descr="Marker with solid fill">
            <a:extLst>
              <a:ext uri="{FF2B5EF4-FFF2-40B4-BE49-F238E27FC236}">
                <a16:creationId xmlns:a16="http://schemas.microsoft.com/office/drawing/2014/main" id="{5A43457C-8A7C-3349-9BFB-A0244AA21F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44742" y="6158352"/>
            <a:ext cx="123825" cy="123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ECD50-BEC8-3A8F-DA05-04B3F5DAD216}"/>
              </a:ext>
            </a:extLst>
          </p:cNvPr>
          <p:cNvSpPr txBox="1"/>
          <p:nvPr/>
        </p:nvSpPr>
        <p:spPr>
          <a:xfrm>
            <a:off x="2581910" y="3422650"/>
            <a:ext cx="558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12/2024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5C3232-8B18-324D-8673-2B8869715ED2}"/>
              </a:ext>
            </a:extLst>
          </p:cNvPr>
          <p:cNvSpPr txBox="1"/>
          <p:nvPr/>
        </p:nvSpPr>
        <p:spPr>
          <a:xfrm>
            <a:off x="1592072" y="4663186"/>
            <a:ext cx="558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04/2025</a:t>
            </a:r>
          </a:p>
        </p:txBody>
      </p:sp>
      <p:pic>
        <p:nvPicPr>
          <p:cNvPr id="13" name="Graphic 12" descr="Daily calendar with solid fill">
            <a:extLst>
              <a:ext uri="{FF2B5EF4-FFF2-40B4-BE49-F238E27FC236}">
                <a16:creationId xmlns:a16="http://schemas.microsoft.com/office/drawing/2014/main" id="{DB4D3A73-4665-951A-786E-8A259903813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61455" y="5919223"/>
            <a:ext cx="123825" cy="123825"/>
          </a:xfrm>
          <a:prstGeom prst="rect">
            <a:avLst/>
          </a:prstGeom>
        </p:spPr>
      </p:pic>
      <p:pic>
        <p:nvPicPr>
          <p:cNvPr id="14" name="Graphic 13" descr="Daily calendar with solid fill">
            <a:extLst>
              <a:ext uri="{FF2B5EF4-FFF2-40B4-BE49-F238E27FC236}">
                <a16:creationId xmlns:a16="http://schemas.microsoft.com/office/drawing/2014/main" id="{94BDCE8A-D169-FA5E-A8A9-584FC64E506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31718" y="3449327"/>
            <a:ext cx="123825" cy="123825"/>
          </a:xfrm>
          <a:prstGeom prst="rect">
            <a:avLst/>
          </a:prstGeom>
        </p:spPr>
      </p:pic>
      <p:pic>
        <p:nvPicPr>
          <p:cNvPr id="15" name="Graphic 14" descr="Daily calendar with solid fill">
            <a:extLst>
              <a:ext uri="{FF2B5EF4-FFF2-40B4-BE49-F238E27FC236}">
                <a16:creationId xmlns:a16="http://schemas.microsoft.com/office/drawing/2014/main" id="{FF5D2136-92FB-24D7-D1E9-65EC35C4A02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55266" y="4687577"/>
            <a:ext cx="123825" cy="12382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FAA33E-B489-5873-98D5-644F06659265}"/>
              </a:ext>
            </a:extLst>
          </p:cNvPr>
          <p:cNvCxnSpPr/>
          <p:nvPr/>
        </p:nvCxnSpPr>
        <p:spPr>
          <a:xfrm>
            <a:off x="441960" y="3196590"/>
            <a:ext cx="33451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98B52B0-88BC-1E94-867C-A2C6606BC7A4}"/>
              </a:ext>
            </a:extLst>
          </p:cNvPr>
          <p:cNvSpPr txBox="1"/>
          <p:nvPr/>
        </p:nvSpPr>
        <p:spPr>
          <a:xfrm>
            <a:off x="4123560" y="6348310"/>
            <a:ext cx="27527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2">
                    <a:lumMod val="90000"/>
                  </a:schemeClr>
                </a:solidFill>
              </a:rPr>
              <a:t>----------------------------------------------------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368D00C-120E-906A-2EF9-892571575D08}"/>
              </a:ext>
            </a:extLst>
          </p:cNvPr>
          <p:cNvCxnSpPr>
            <a:cxnSpLocks/>
          </p:cNvCxnSpPr>
          <p:nvPr/>
        </p:nvCxnSpPr>
        <p:spPr>
          <a:xfrm>
            <a:off x="4164330" y="2841938"/>
            <a:ext cx="2205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0BA216E-1926-8908-C100-3DE7C325CCE4}"/>
              </a:ext>
            </a:extLst>
          </p:cNvPr>
          <p:cNvSpPr txBox="1"/>
          <p:nvPr/>
        </p:nvSpPr>
        <p:spPr>
          <a:xfrm>
            <a:off x="4072760" y="3253522"/>
            <a:ext cx="2922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2">
                    <a:lumMod val="90000"/>
                  </a:schemeClr>
                </a:solidFill>
              </a:rPr>
              <a:t>----------------------------------------------------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0C2071-B1C8-7F5D-2DFE-3904847E1145}"/>
              </a:ext>
            </a:extLst>
          </p:cNvPr>
          <p:cNvSpPr txBox="1"/>
          <p:nvPr/>
        </p:nvSpPr>
        <p:spPr>
          <a:xfrm>
            <a:off x="4072760" y="3527842"/>
            <a:ext cx="2922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2">
                    <a:lumMod val="90000"/>
                  </a:schemeClr>
                </a:solidFill>
              </a:rPr>
              <a:t>----------------------------------------------------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7CF75BA-E715-386F-48A7-A39648D1DC30}"/>
              </a:ext>
            </a:extLst>
          </p:cNvPr>
          <p:cNvSpPr/>
          <p:nvPr/>
        </p:nvSpPr>
        <p:spPr>
          <a:xfrm>
            <a:off x="4207336" y="5941605"/>
            <a:ext cx="99407" cy="100710"/>
          </a:xfrm>
          <a:prstGeom prst="ellipse">
            <a:avLst/>
          </a:prstGeom>
          <a:solidFill>
            <a:srgbClr val="058EFF"/>
          </a:solidFill>
          <a:ln>
            <a:solidFill>
              <a:srgbClr val="058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B9D4C5D-E37F-427F-F1B5-707D6D87F8F3}"/>
              </a:ext>
            </a:extLst>
          </p:cNvPr>
          <p:cNvSpPr/>
          <p:nvPr/>
        </p:nvSpPr>
        <p:spPr>
          <a:xfrm>
            <a:off x="4210973" y="6265387"/>
            <a:ext cx="99407" cy="100710"/>
          </a:xfrm>
          <a:prstGeom prst="ellipse">
            <a:avLst/>
          </a:prstGeom>
          <a:solidFill>
            <a:srgbClr val="058EFF"/>
          </a:solidFill>
          <a:ln>
            <a:solidFill>
              <a:srgbClr val="058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D7D4A95-9979-387E-9D8F-4A580587E666}"/>
              </a:ext>
            </a:extLst>
          </p:cNvPr>
          <p:cNvSpPr/>
          <p:nvPr/>
        </p:nvSpPr>
        <p:spPr>
          <a:xfrm>
            <a:off x="4214179" y="6577276"/>
            <a:ext cx="99407" cy="100710"/>
          </a:xfrm>
          <a:prstGeom prst="ellipse">
            <a:avLst/>
          </a:prstGeom>
          <a:solidFill>
            <a:srgbClr val="058EFF"/>
          </a:solidFill>
          <a:ln>
            <a:solidFill>
              <a:srgbClr val="058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0EA00C-EFC0-B38F-2BB8-18FEDE701036}"/>
              </a:ext>
            </a:extLst>
          </p:cNvPr>
          <p:cNvSpPr txBox="1"/>
          <p:nvPr/>
        </p:nvSpPr>
        <p:spPr>
          <a:xfrm>
            <a:off x="4180840" y="7068851"/>
            <a:ext cx="23545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Smart Grid: Basics to Advanced Technologies </a:t>
            </a: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</a:rPr>
              <a:t>(NPTEL)</a:t>
            </a:r>
          </a:p>
          <a:p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Introduction to Industry 4.0 and Industrial Internet of Things </a:t>
            </a: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</a:rPr>
              <a:t>(NPTEL)</a:t>
            </a:r>
          </a:p>
          <a:p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Computer Hardware </a:t>
            </a:r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</a:rPr>
              <a:t>(NAGA)</a:t>
            </a:r>
            <a:endParaRPr lang="en-IN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DC72CEB-02F2-451B-EAF8-09B50A6D2CD5}"/>
              </a:ext>
            </a:extLst>
          </p:cNvPr>
          <p:cNvSpPr/>
          <p:nvPr/>
        </p:nvSpPr>
        <p:spPr>
          <a:xfrm>
            <a:off x="4207336" y="7142103"/>
            <a:ext cx="99407" cy="100710"/>
          </a:xfrm>
          <a:prstGeom prst="ellipse">
            <a:avLst/>
          </a:prstGeom>
          <a:solidFill>
            <a:srgbClr val="058EFF"/>
          </a:solidFill>
          <a:ln>
            <a:solidFill>
              <a:srgbClr val="058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DE13A58-1997-A86C-67DE-A25CFD129D89}"/>
              </a:ext>
            </a:extLst>
          </p:cNvPr>
          <p:cNvSpPr/>
          <p:nvPr/>
        </p:nvSpPr>
        <p:spPr>
          <a:xfrm>
            <a:off x="4207336" y="7598268"/>
            <a:ext cx="99407" cy="100710"/>
          </a:xfrm>
          <a:prstGeom prst="ellipse">
            <a:avLst/>
          </a:prstGeom>
          <a:solidFill>
            <a:srgbClr val="058EFF"/>
          </a:solidFill>
          <a:ln>
            <a:solidFill>
              <a:srgbClr val="058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37DDD97-C123-6F6E-AEF2-66356D60BA6F}"/>
              </a:ext>
            </a:extLst>
          </p:cNvPr>
          <p:cNvSpPr/>
          <p:nvPr/>
        </p:nvSpPr>
        <p:spPr>
          <a:xfrm>
            <a:off x="4207336" y="8049430"/>
            <a:ext cx="99407" cy="100710"/>
          </a:xfrm>
          <a:prstGeom prst="ellipse">
            <a:avLst/>
          </a:prstGeom>
          <a:solidFill>
            <a:srgbClr val="058EFF"/>
          </a:solidFill>
          <a:ln>
            <a:solidFill>
              <a:srgbClr val="058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04C63B8-FB0E-14CA-59AD-2C6A2C282C64}"/>
              </a:ext>
            </a:extLst>
          </p:cNvPr>
          <p:cNvCxnSpPr>
            <a:cxnSpLocks/>
          </p:cNvCxnSpPr>
          <p:nvPr/>
        </p:nvCxnSpPr>
        <p:spPr>
          <a:xfrm>
            <a:off x="4186936" y="8429476"/>
            <a:ext cx="2205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5E3CCCB-F79A-0F24-2FA9-8CE78F732849}"/>
              </a:ext>
            </a:extLst>
          </p:cNvPr>
          <p:cNvSpPr txBox="1"/>
          <p:nvPr/>
        </p:nvSpPr>
        <p:spPr>
          <a:xfrm>
            <a:off x="4105402" y="8172682"/>
            <a:ext cx="2446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INTERESTS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62788A8-90C5-730B-69A2-EE13BDB5B01D}"/>
              </a:ext>
            </a:extLst>
          </p:cNvPr>
          <p:cNvSpPr txBox="1"/>
          <p:nvPr/>
        </p:nvSpPr>
        <p:spPr>
          <a:xfrm>
            <a:off x="4369816" y="8422163"/>
            <a:ext cx="225044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58EFF"/>
                </a:solidFill>
              </a:rPr>
              <a:t>Volunteering </a:t>
            </a:r>
          </a:p>
          <a:p>
            <a:r>
              <a:rPr lang="en-US" sz="1000"/>
              <a:t>As an </a:t>
            </a:r>
            <a:r>
              <a:rPr lang="en-US" sz="1000" dirty="0"/>
              <a:t>Office Bearer of NSS, Conducted multiple community service camps focused on cleaning nearby villages, teaching school students, and organizing tree plantation drives </a:t>
            </a:r>
            <a:endParaRPr lang="en-IN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2" name="Graphic 61" descr="Stars with solid fill">
            <a:extLst>
              <a:ext uri="{FF2B5EF4-FFF2-40B4-BE49-F238E27FC236}">
                <a16:creationId xmlns:a16="http://schemas.microsoft.com/office/drawing/2014/main" id="{C5F22F6A-64AF-62A8-AD59-8591F4BF664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176487" y="8498379"/>
            <a:ext cx="270332" cy="270332"/>
          </a:xfrm>
          <a:prstGeom prst="rect">
            <a:avLst/>
          </a:prstGeom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F9B3E10-1C02-41B0-FC37-808F4E25EEC6}"/>
              </a:ext>
            </a:extLst>
          </p:cNvPr>
          <p:cNvCxnSpPr>
            <a:cxnSpLocks/>
          </p:cNvCxnSpPr>
          <p:nvPr/>
        </p:nvCxnSpPr>
        <p:spPr>
          <a:xfrm>
            <a:off x="4831842" y="4710105"/>
            <a:ext cx="65588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474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415</TotalTime>
  <Words>453</Words>
  <Application>Microsoft Office PowerPoint</Application>
  <PresentationFormat>A4 Paper (210x297 mm)</PresentationFormat>
  <Paragraphs>69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Dhanush kumar</dc:creator>
  <cp:lastModifiedBy>Dhanush kumar</cp:lastModifiedBy>
  <cp:revision>25</cp:revision>
  <dcterms:created xsi:type="dcterms:W3CDTF">2025-06-28T08:26:21Z</dcterms:created>
  <dcterms:modified xsi:type="dcterms:W3CDTF">2026-01-18T04:48:28Z</dcterms:modified>
</cp:coreProperties>
</file>